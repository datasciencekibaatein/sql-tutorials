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12ACA5-B24F-4B8E-9890-FC61CD5F40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F18D01E-9EF5-4CF3-ADAD-3BBF271476B3}">
      <dgm:prSet/>
      <dgm:spPr/>
      <dgm:t>
        <a:bodyPr/>
        <a:lstStyle/>
        <a:p>
          <a:r>
            <a:rPr lang="en-US" b="1"/>
            <a:t>Moving Beyond Memory</a:t>
          </a:r>
          <a:endParaRPr lang="en-US"/>
        </a:p>
      </dgm:t>
    </dgm:pt>
    <dgm:pt modelId="{5FE6AE27-0208-4211-B997-5D9F7AB49AB6}" type="parTrans" cxnId="{22EB4B3F-4814-444A-A367-EEC24742798D}">
      <dgm:prSet/>
      <dgm:spPr/>
      <dgm:t>
        <a:bodyPr/>
        <a:lstStyle/>
        <a:p>
          <a:endParaRPr lang="en-US"/>
        </a:p>
      </dgm:t>
    </dgm:pt>
    <dgm:pt modelId="{1AA11DC1-23D2-4DEA-A396-291C03054345}" type="sibTrans" cxnId="{22EB4B3F-4814-444A-A367-EEC24742798D}">
      <dgm:prSet/>
      <dgm:spPr/>
      <dgm:t>
        <a:bodyPr/>
        <a:lstStyle/>
        <a:p>
          <a:endParaRPr lang="en-US"/>
        </a:p>
      </dgm:t>
    </dgm:pt>
    <dgm:pt modelId="{10D6C7B1-484F-4DC5-BE5A-DA53D4E51C5A}">
      <dgm:prSet/>
      <dgm:spPr/>
      <dgm:t>
        <a:bodyPr/>
        <a:lstStyle/>
        <a:p>
          <a:r>
            <a:rPr lang="en-US" b="1"/>
            <a:t>Persistence:</a:t>
          </a:r>
          <a:r>
            <a:rPr lang="en-US"/>
            <a:t> To ensure information is not lost when a computer or application is turned off.</a:t>
          </a:r>
        </a:p>
      </dgm:t>
    </dgm:pt>
    <dgm:pt modelId="{CD55DB86-CF65-434F-8AA7-19B5B86A71B2}" type="parTrans" cxnId="{E0F7688C-A6D7-4A57-8EE0-825E07E21D24}">
      <dgm:prSet/>
      <dgm:spPr/>
      <dgm:t>
        <a:bodyPr/>
        <a:lstStyle/>
        <a:p>
          <a:endParaRPr lang="en-US"/>
        </a:p>
      </dgm:t>
    </dgm:pt>
    <dgm:pt modelId="{83FDD22D-CB89-4089-A487-A63D98253AF4}" type="sibTrans" cxnId="{E0F7688C-A6D7-4A57-8EE0-825E07E21D24}">
      <dgm:prSet/>
      <dgm:spPr/>
      <dgm:t>
        <a:bodyPr/>
        <a:lstStyle/>
        <a:p>
          <a:endParaRPr lang="en-US"/>
        </a:p>
      </dgm:t>
    </dgm:pt>
    <dgm:pt modelId="{3A7AC646-D298-418F-8B44-691F95269ED8}">
      <dgm:prSet/>
      <dgm:spPr/>
      <dgm:t>
        <a:bodyPr/>
        <a:lstStyle/>
        <a:p>
          <a:r>
            <a:rPr lang="en-US" b="1"/>
            <a:t>Analysis:</a:t>
          </a:r>
          <a:r>
            <a:rPr lang="en-US"/>
            <a:t> To study past trends and make future business predictions.</a:t>
          </a:r>
        </a:p>
      </dgm:t>
    </dgm:pt>
    <dgm:pt modelId="{9DAFC69A-8A6C-48A3-8A71-3469952A6259}" type="parTrans" cxnId="{D9B823FB-92B2-460A-976B-0E0E33A2B364}">
      <dgm:prSet/>
      <dgm:spPr/>
      <dgm:t>
        <a:bodyPr/>
        <a:lstStyle/>
        <a:p>
          <a:endParaRPr lang="en-US"/>
        </a:p>
      </dgm:t>
    </dgm:pt>
    <dgm:pt modelId="{7AAA166A-FD60-4051-8321-A750396439C6}" type="sibTrans" cxnId="{D9B823FB-92B2-460A-976B-0E0E33A2B364}">
      <dgm:prSet/>
      <dgm:spPr/>
      <dgm:t>
        <a:bodyPr/>
        <a:lstStyle/>
        <a:p>
          <a:endParaRPr lang="en-US"/>
        </a:p>
      </dgm:t>
    </dgm:pt>
    <dgm:pt modelId="{5DB7C55A-5A1F-4BF3-9BDB-2888E0070A3B}">
      <dgm:prSet/>
      <dgm:spPr/>
      <dgm:t>
        <a:bodyPr/>
        <a:lstStyle/>
        <a:p>
          <a:r>
            <a:rPr lang="en-US" b="1"/>
            <a:t>Access:</a:t>
          </a:r>
          <a:r>
            <a:rPr lang="en-US"/>
            <a:t> To allow multiple people to view or edit the same information simultaneously.</a:t>
          </a:r>
        </a:p>
      </dgm:t>
    </dgm:pt>
    <dgm:pt modelId="{6DA2BC72-B3DF-40F7-9AA4-8BE20C2A5F24}" type="parTrans" cxnId="{DE84BE97-43DB-4120-9591-5678AE36C788}">
      <dgm:prSet/>
      <dgm:spPr/>
      <dgm:t>
        <a:bodyPr/>
        <a:lstStyle/>
        <a:p>
          <a:endParaRPr lang="en-US"/>
        </a:p>
      </dgm:t>
    </dgm:pt>
    <dgm:pt modelId="{42F5F6DA-12A4-4BD8-9555-2021A9ED4E03}" type="sibTrans" cxnId="{DE84BE97-43DB-4120-9591-5678AE36C788}">
      <dgm:prSet/>
      <dgm:spPr/>
      <dgm:t>
        <a:bodyPr/>
        <a:lstStyle/>
        <a:p>
          <a:endParaRPr lang="en-US"/>
        </a:p>
      </dgm:t>
    </dgm:pt>
    <dgm:pt modelId="{E4597233-7EFE-4B9E-A99E-F116DCFB4FE2}">
      <dgm:prSet/>
      <dgm:spPr/>
      <dgm:t>
        <a:bodyPr/>
        <a:lstStyle/>
        <a:p>
          <a:r>
            <a:rPr lang="en-US" b="1"/>
            <a:t>Security:</a:t>
          </a:r>
          <a:r>
            <a:rPr lang="en-US"/>
            <a:t> To protect sensitive information from unauthorized access.</a:t>
          </a:r>
        </a:p>
      </dgm:t>
    </dgm:pt>
    <dgm:pt modelId="{E88E84EB-1F3E-4AAF-81E0-94D3BE94869B}" type="parTrans" cxnId="{E67A2168-263A-4BCE-9384-6EE57FF05713}">
      <dgm:prSet/>
      <dgm:spPr/>
      <dgm:t>
        <a:bodyPr/>
        <a:lstStyle/>
        <a:p>
          <a:endParaRPr lang="en-US"/>
        </a:p>
      </dgm:t>
    </dgm:pt>
    <dgm:pt modelId="{CAFF46DC-2A45-4B2C-A3EB-C0C20B19B30D}" type="sibTrans" cxnId="{E67A2168-263A-4BCE-9384-6EE57FF05713}">
      <dgm:prSet/>
      <dgm:spPr/>
      <dgm:t>
        <a:bodyPr/>
        <a:lstStyle/>
        <a:p>
          <a:endParaRPr lang="en-US"/>
        </a:p>
      </dgm:t>
    </dgm:pt>
    <dgm:pt modelId="{AB1A10A4-7A16-4DDC-82FF-12435680EC67}" type="pres">
      <dgm:prSet presAssocID="{5812ACA5-B24F-4B8E-9890-FC61CD5F4029}" presName="root" presStyleCnt="0">
        <dgm:presLayoutVars>
          <dgm:dir/>
          <dgm:resizeHandles val="exact"/>
        </dgm:presLayoutVars>
      </dgm:prSet>
      <dgm:spPr/>
    </dgm:pt>
    <dgm:pt modelId="{7058A850-D4DE-41E1-8E3F-5F59D71081B6}" type="pres">
      <dgm:prSet presAssocID="{8F18D01E-9EF5-4CF3-ADAD-3BBF271476B3}" presName="compNode" presStyleCnt="0"/>
      <dgm:spPr/>
    </dgm:pt>
    <dgm:pt modelId="{D6536542-8D1F-4C19-9506-F56688D63DAD}" type="pres">
      <dgm:prSet presAssocID="{8F18D01E-9EF5-4CF3-ADAD-3BBF271476B3}" presName="bgRect" presStyleLbl="bgShp" presStyleIdx="0" presStyleCnt="5"/>
      <dgm:spPr/>
    </dgm:pt>
    <dgm:pt modelId="{3F7522DE-BB2C-4933-A295-349C05A69532}" type="pres">
      <dgm:prSet presAssocID="{8F18D01E-9EF5-4CF3-ADAD-3BBF271476B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7A6B2A62-93DA-43EE-BE78-30310AECFE6E}" type="pres">
      <dgm:prSet presAssocID="{8F18D01E-9EF5-4CF3-ADAD-3BBF271476B3}" presName="spaceRect" presStyleCnt="0"/>
      <dgm:spPr/>
    </dgm:pt>
    <dgm:pt modelId="{B564F3A9-558A-4C81-A632-0ABD45D3E0B4}" type="pres">
      <dgm:prSet presAssocID="{8F18D01E-9EF5-4CF3-ADAD-3BBF271476B3}" presName="parTx" presStyleLbl="revTx" presStyleIdx="0" presStyleCnt="5">
        <dgm:presLayoutVars>
          <dgm:chMax val="0"/>
          <dgm:chPref val="0"/>
        </dgm:presLayoutVars>
      </dgm:prSet>
      <dgm:spPr/>
    </dgm:pt>
    <dgm:pt modelId="{F544A74F-AAB4-4F7A-BCE2-023B624AF253}" type="pres">
      <dgm:prSet presAssocID="{1AA11DC1-23D2-4DEA-A396-291C03054345}" presName="sibTrans" presStyleCnt="0"/>
      <dgm:spPr/>
    </dgm:pt>
    <dgm:pt modelId="{1FF6BBE4-471F-4E54-9F91-0A4C6106B395}" type="pres">
      <dgm:prSet presAssocID="{10D6C7B1-484F-4DC5-BE5A-DA53D4E51C5A}" presName="compNode" presStyleCnt="0"/>
      <dgm:spPr/>
    </dgm:pt>
    <dgm:pt modelId="{5C120F41-3B97-4712-A868-AA69613BA465}" type="pres">
      <dgm:prSet presAssocID="{10D6C7B1-484F-4DC5-BE5A-DA53D4E51C5A}" presName="bgRect" presStyleLbl="bgShp" presStyleIdx="1" presStyleCnt="5"/>
      <dgm:spPr/>
    </dgm:pt>
    <dgm:pt modelId="{D3BDC7B4-3389-45B8-BD5B-81ACDBA08E21}" type="pres">
      <dgm:prSet presAssocID="{10D6C7B1-484F-4DC5-BE5A-DA53D4E51C5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CB6039F-06BC-4A3A-B9EB-C6E02191EB8F}" type="pres">
      <dgm:prSet presAssocID="{10D6C7B1-484F-4DC5-BE5A-DA53D4E51C5A}" presName="spaceRect" presStyleCnt="0"/>
      <dgm:spPr/>
    </dgm:pt>
    <dgm:pt modelId="{7471F10F-37C8-4596-8ED4-E299ACC9486D}" type="pres">
      <dgm:prSet presAssocID="{10D6C7B1-484F-4DC5-BE5A-DA53D4E51C5A}" presName="parTx" presStyleLbl="revTx" presStyleIdx="1" presStyleCnt="5">
        <dgm:presLayoutVars>
          <dgm:chMax val="0"/>
          <dgm:chPref val="0"/>
        </dgm:presLayoutVars>
      </dgm:prSet>
      <dgm:spPr/>
    </dgm:pt>
    <dgm:pt modelId="{493E50A9-6FDF-4B53-B8E9-697EFA59BFFE}" type="pres">
      <dgm:prSet presAssocID="{83FDD22D-CB89-4089-A487-A63D98253AF4}" presName="sibTrans" presStyleCnt="0"/>
      <dgm:spPr/>
    </dgm:pt>
    <dgm:pt modelId="{B9E86CF9-0632-4C3C-910C-117B4E20B696}" type="pres">
      <dgm:prSet presAssocID="{3A7AC646-D298-418F-8B44-691F95269ED8}" presName="compNode" presStyleCnt="0"/>
      <dgm:spPr/>
    </dgm:pt>
    <dgm:pt modelId="{E4530250-B0BE-40DA-9197-3E2923F96301}" type="pres">
      <dgm:prSet presAssocID="{3A7AC646-D298-418F-8B44-691F95269ED8}" presName="bgRect" presStyleLbl="bgShp" presStyleIdx="2" presStyleCnt="5"/>
      <dgm:spPr/>
    </dgm:pt>
    <dgm:pt modelId="{4E0C9C0D-C6FD-4196-845D-DAF05C27715C}" type="pres">
      <dgm:prSet presAssocID="{3A7AC646-D298-418F-8B44-691F95269ED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AA1B413-32C6-485A-BC54-BA902102E993}" type="pres">
      <dgm:prSet presAssocID="{3A7AC646-D298-418F-8B44-691F95269ED8}" presName="spaceRect" presStyleCnt="0"/>
      <dgm:spPr/>
    </dgm:pt>
    <dgm:pt modelId="{788EAAB9-A92D-45D7-B2F0-F1ACEFA3059E}" type="pres">
      <dgm:prSet presAssocID="{3A7AC646-D298-418F-8B44-691F95269ED8}" presName="parTx" presStyleLbl="revTx" presStyleIdx="2" presStyleCnt="5">
        <dgm:presLayoutVars>
          <dgm:chMax val="0"/>
          <dgm:chPref val="0"/>
        </dgm:presLayoutVars>
      </dgm:prSet>
      <dgm:spPr/>
    </dgm:pt>
    <dgm:pt modelId="{E38562AF-9D89-43E6-AFD1-00C774D7E596}" type="pres">
      <dgm:prSet presAssocID="{7AAA166A-FD60-4051-8321-A750396439C6}" presName="sibTrans" presStyleCnt="0"/>
      <dgm:spPr/>
    </dgm:pt>
    <dgm:pt modelId="{35F28FF3-00D3-4F01-8D68-DAA8B8FF01C8}" type="pres">
      <dgm:prSet presAssocID="{5DB7C55A-5A1F-4BF3-9BDB-2888E0070A3B}" presName="compNode" presStyleCnt="0"/>
      <dgm:spPr/>
    </dgm:pt>
    <dgm:pt modelId="{D43293B7-FF17-42F0-936C-1260A390BEB0}" type="pres">
      <dgm:prSet presAssocID="{5DB7C55A-5A1F-4BF3-9BDB-2888E0070A3B}" presName="bgRect" presStyleLbl="bgShp" presStyleIdx="3" presStyleCnt="5"/>
      <dgm:spPr/>
    </dgm:pt>
    <dgm:pt modelId="{6A9BC418-4A7E-4BDE-A14C-CBCAA4112AF5}" type="pres">
      <dgm:prSet presAssocID="{5DB7C55A-5A1F-4BF3-9BDB-2888E0070A3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DC86B2ED-D6BE-499B-9758-D41A454D165A}" type="pres">
      <dgm:prSet presAssocID="{5DB7C55A-5A1F-4BF3-9BDB-2888E0070A3B}" presName="spaceRect" presStyleCnt="0"/>
      <dgm:spPr/>
    </dgm:pt>
    <dgm:pt modelId="{9D7C165C-36AC-4FDF-8C95-9450FB88799C}" type="pres">
      <dgm:prSet presAssocID="{5DB7C55A-5A1F-4BF3-9BDB-2888E0070A3B}" presName="parTx" presStyleLbl="revTx" presStyleIdx="3" presStyleCnt="5">
        <dgm:presLayoutVars>
          <dgm:chMax val="0"/>
          <dgm:chPref val="0"/>
        </dgm:presLayoutVars>
      </dgm:prSet>
      <dgm:spPr/>
    </dgm:pt>
    <dgm:pt modelId="{B8CEDA45-B71E-4CC1-8682-F36E068C47DC}" type="pres">
      <dgm:prSet presAssocID="{42F5F6DA-12A4-4BD8-9555-2021A9ED4E03}" presName="sibTrans" presStyleCnt="0"/>
      <dgm:spPr/>
    </dgm:pt>
    <dgm:pt modelId="{6B77B7D4-9BF0-4E3C-883C-67F860D15962}" type="pres">
      <dgm:prSet presAssocID="{E4597233-7EFE-4B9E-A99E-F116DCFB4FE2}" presName="compNode" presStyleCnt="0"/>
      <dgm:spPr/>
    </dgm:pt>
    <dgm:pt modelId="{8C062294-9E00-4873-9D4F-AABDC10C3443}" type="pres">
      <dgm:prSet presAssocID="{E4597233-7EFE-4B9E-A99E-F116DCFB4FE2}" presName="bgRect" presStyleLbl="bgShp" presStyleIdx="4" presStyleCnt="5"/>
      <dgm:spPr/>
    </dgm:pt>
    <dgm:pt modelId="{AB8B0355-B613-48C2-8AEA-38E0FC168B3B}" type="pres">
      <dgm:prSet presAssocID="{E4597233-7EFE-4B9E-A99E-F116DCFB4FE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415D498-EE25-4DC1-B4F3-5E10040E463A}" type="pres">
      <dgm:prSet presAssocID="{E4597233-7EFE-4B9E-A99E-F116DCFB4FE2}" presName="spaceRect" presStyleCnt="0"/>
      <dgm:spPr/>
    </dgm:pt>
    <dgm:pt modelId="{FADE3286-4B93-492F-9C40-3BACB7DDE92D}" type="pres">
      <dgm:prSet presAssocID="{E4597233-7EFE-4B9E-A99E-F116DCFB4FE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4696E0F-FB21-46A2-BFBD-C64706A607C6}" type="presOf" srcId="{8F18D01E-9EF5-4CF3-ADAD-3BBF271476B3}" destId="{B564F3A9-558A-4C81-A632-0ABD45D3E0B4}" srcOrd="0" destOrd="0" presId="urn:microsoft.com/office/officeart/2018/2/layout/IconVerticalSolidList"/>
    <dgm:cxn modelId="{2C4E2019-70C3-4F83-B946-8789F134943F}" type="presOf" srcId="{10D6C7B1-484F-4DC5-BE5A-DA53D4E51C5A}" destId="{7471F10F-37C8-4596-8ED4-E299ACC9486D}" srcOrd="0" destOrd="0" presId="urn:microsoft.com/office/officeart/2018/2/layout/IconVerticalSolidList"/>
    <dgm:cxn modelId="{686F5436-8D07-4083-B825-1E10D95F3DB6}" type="presOf" srcId="{5812ACA5-B24F-4B8E-9890-FC61CD5F4029}" destId="{AB1A10A4-7A16-4DDC-82FF-12435680EC67}" srcOrd="0" destOrd="0" presId="urn:microsoft.com/office/officeart/2018/2/layout/IconVerticalSolidList"/>
    <dgm:cxn modelId="{22EB4B3F-4814-444A-A367-EEC24742798D}" srcId="{5812ACA5-B24F-4B8E-9890-FC61CD5F4029}" destId="{8F18D01E-9EF5-4CF3-ADAD-3BBF271476B3}" srcOrd="0" destOrd="0" parTransId="{5FE6AE27-0208-4211-B997-5D9F7AB49AB6}" sibTransId="{1AA11DC1-23D2-4DEA-A396-291C03054345}"/>
    <dgm:cxn modelId="{E67A2168-263A-4BCE-9384-6EE57FF05713}" srcId="{5812ACA5-B24F-4B8E-9890-FC61CD5F4029}" destId="{E4597233-7EFE-4B9E-A99E-F116DCFB4FE2}" srcOrd="4" destOrd="0" parTransId="{E88E84EB-1F3E-4AAF-81E0-94D3BE94869B}" sibTransId="{CAFF46DC-2A45-4B2C-A3EB-C0C20B19B30D}"/>
    <dgm:cxn modelId="{E0F7688C-A6D7-4A57-8EE0-825E07E21D24}" srcId="{5812ACA5-B24F-4B8E-9890-FC61CD5F4029}" destId="{10D6C7B1-484F-4DC5-BE5A-DA53D4E51C5A}" srcOrd="1" destOrd="0" parTransId="{CD55DB86-CF65-434F-8AA7-19B5B86A71B2}" sibTransId="{83FDD22D-CB89-4089-A487-A63D98253AF4}"/>
    <dgm:cxn modelId="{DE84BE97-43DB-4120-9591-5678AE36C788}" srcId="{5812ACA5-B24F-4B8E-9890-FC61CD5F4029}" destId="{5DB7C55A-5A1F-4BF3-9BDB-2888E0070A3B}" srcOrd="3" destOrd="0" parTransId="{6DA2BC72-B3DF-40F7-9AA4-8BE20C2A5F24}" sibTransId="{42F5F6DA-12A4-4BD8-9555-2021A9ED4E03}"/>
    <dgm:cxn modelId="{08764D9E-BC4D-4000-B938-5E9D2F561472}" type="presOf" srcId="{5DB7C55A-5A1F-4BF3-9BDB-2888E0070A3B}" destId="{9D7C165C-36AC-4FDF-8C95-9450FB88799C}" srcOrd="0" destOrd="0" presId="urn:microsoft.com/office/officeart/2018/2/layout/IconVerticalSolidList"/>
    <dgm:cxn modelId="{4371ABF4-6DE5-4868-9503-3F586417FF48}" type="presOf" srcId="{E4597233-7EFE-4B9E-A99E-F116DCFB4FE2}" destId="{FADE3286-4B93-492F-9C40-3BACB7DDE92D}" srcOrd="0" destOrd="0" presId="urn:microsoft.com/office/officeart/2018/2/layout/IconVerticalSolidList"/>
    <dgm:cxn modelId="{D9B823FB-92B2-460A-976B-0E0E33A2B364}" srcId="{5812ACA5-B24F-4B8E-9890-FC61CD5F4029}" destId="{3A7AC646-D298-418F-8B44-691F95269ED8}" srcOrd="2" destOrd="0" parTransId="{9DAFC69A-8A6C-48A3-8A71-3469952A6259}" sibTransId="{7AAA166A-FD60-4051-8321-A750396439C6}"/>
    <dgm:cxn modelId="{703FBEFB-813A-4FAB-B32E-BA4C40B0A6E5}" type="presOf" srcId="{3A7AC646-D298-418F-8B44-691F95269ED8}" destId="{788EAAB9-A92D-45D7-B2F0-F1ACEFA3059E}" srcOrd="0" destOrd="0" presId="urn:microsoft.com/office/officeart/2018/2/layout/IconVerticalSolidList"/>
    <dgm:cxn modelId="{CE41E0FA-6258-4549-8276-36BF858BA3D8}" type="presParOf" srcId="{AB1A10A4-7A16-4DDC-82FF-12435680EC67}" destId="{7058A850-D4DE-41E1-8E3F-5F59D71081B6}" srcOrd="0" destOrd="0" presId="urn:microsoft.com/office/officeart/2018/2/layout/IconVerticalSolidList"/>
    <dgm:cxn modelId="{B12C1CAB-474D-40FE-BEC8-652885CBA8AC}" type="presParOf" srcId="{7058A850-D4DE-41E1-8E3F-5F59D71081B6}" destId="{D6536542-8D1F-4C19-9506-F56688D63DAD}" srcOrd="0" destOrd="0" presId="urn:microsoft.com/office/officeart/2018/2/layout/IconVerticalSolidList"/>
    <dgm:cxn modelId="{3C428BC1-7A00-4A56-8D95-ADD2F3C1F0F0}" type="presParOf" srcId="{7058A850-D4DE-41E1-8E3F-5F59D71081B6}" destId="{3F7522DE-BB2C-4933-A295-349C05A69532}" srcOrd="1" destOrd="0" presId="urn:microsoft.com/office/officeart/2018/2/layout/IconVerticalSolidList"/>
    <dgm:cxn modelId="{1CEC3748-5505-4E51-884A-74C04BC4EFBF}" type="presParOf" srcId="{7058A850-D4DE-41E1-8E3F-5F59D71081B6}" destId="{7A6B2A62-93DA-43EE-BE78-30310AECFE6E}" srcOrd="2" destOrd="0" presId="urn:microsoft.com/office/officeart/2018/2/layout/IconVerticalSolidList"/>
    <dgm:cxn modelId="{08065FFD-E2A2-43F2-BDCA-AD305AEDAA44}" type="presParOf" srcId="{7058A850-D4DE-41E1-8E3F-5F59D71081B6}" destId="{B564F3A9-558A-4C81-A632-0ABD45D3E0B4}" srcOrd="3" destOrd="0" presId="urn:microsoft.com/office/officeart/2018/2/layout/IconVerticalSolidList"/>
    <dgm:cxn modelId="{F0077406-E543-4433-89CD-A9257205C0A6}" type="presParOf" srcId="{AB1A10A4-7A16-4DDC-82FF-12435680EC67}" destId="{F544A74F-AAB4-4F7A-BCE2-023B624AF253}" srcOrd="1" destOrd="0" presId="urn:microsoft.com/office/officeart/2018/2/layout/IconVerticalSolidList"/>
    <dgm:cxn modelId="{77EAD286-E001-4CC1-880A-93F0AFB420A1}" type="presParOf" srcId="{AB1A10A4-7A16-4DDC-82FF-12435680EC67}" destId="{1FF6BBE4-471F-4E54-9F91-0A4C6106B395}" srcOrd="2" destOrd="0" presId="urn:microsoft.com/office/officeart/2018/2/layout/IconVerticalSolidList"/>
    <dgm:cxn modelId="{7623AD09-E883-4A5F-ABD0-B60D086C7BFF}" type="presParOf" srcId="{1FF6BBE4-471F-4E54-9F91-0A4C6106B395}" destId="{5C120F41-3B97-4712-A868-AA69613BA465}" srcOrd="0" destOrd="0" presId="urn:microsoft.com/office/officeart/2018/2/layout/IconVerticalSolidList"/>
    <dgm:cxn modelId="{B5E48EB9-6A7B-480C-8CF2-175D004EBCF4}" type="presParOf" srcId="{1FF6BBE4-471F-4E54-9F91-0A4C6106B395}" destId="{D3BDC7B4-3389-45B8-BD5B-81ACDBA08E21}" srcOrd="1" destOrd="0" presId="urn:microsoft.com/office/officeart/2018/2/layout/IconVerticalSolidList"/>
    <dgm:cxn modelId="{1B630F5C-0077-437E-BF65-20DD367F1AD7}" type="presParOf" srcId="{1FF6BBE4-471F-4E54-9F91-0A4C6106B395}" destId="{DCB6039F-06BC-4A3A-B9EB-C6E02191EB8F}" srcOrd="2" destOrd="0" presId="urn:microsoft.com/office/officeart/2018/2/layout/IconVerticalSolidList"/>
    <dgm:cxn modelId="{1A86845E-366B-4A42-8782-801BA03DEA18}" type="presParOf" srcId="{1FF6BBE4-471F-4E54-9F91-0A4C6106B395}" destId="{7471F10F-37C8-4596-8ED4-E299ACC9486D}" srcOrd="3" destOrd="0" presId="urn:microsoft.com/office/officeart/2018/2/layout/IconVerticalSolidList"/>
    <dgm:cxn modelId="{8FF2418F-1983-4F9A-901C-8F78D1CA8D4C}" type="presParOf" srcId="{AB1A10A4-7A16-4DDC-82FF-12435680EC67}" destId="{493E50A9-6FDF-4B53-B8E9-697EFA59BFFE}" srcOrd="3" destOrd="0" presId="urn:microsoft.com/office/officeart/2018/2/layout/IconVerticalSolidList"/>
    <dgm:cxn modelId="{D7F655D4-E2F4-4248-AEBB-930CE5AFE9F2}" type="presParOf" srcId="{AB1A10A4-7A16-4DDC-82FF-12435680EC67}" destId="{B9E86CF9-0632-4C3C-910C-117B4E20B696}" srcOrd="4" destOrd="0" presId="urn:microsoft.com/office/officeart/2018/2/layout/IconVerticalSolidList"/>
    <dgm:cxn modelId="{9E273D69-18EC-4624-88AC-97EDC1465469}" type="presParOf" srcId="{B9E86CF9-0632-4C3C-910C-117B4E20B696}" destId="{E4530250-B0BE-40DA-9197-3E2923F96301}" srcOrd="0" destOrd="0" presId="urn:microsoft.com/office/officeart/2018/2/layout/IconVerticalSolidList"/>
    <dgm:cxn modelId="{A8827467-A05D-4EC2-B9F5-BE115F0950EE}" type="presParOf" srcId="{B9E86CF9-0632-4C3C-910C-117B4E20B696}" destId="{4E0C9C0D-C6FD-4196-845D-DAF05C27715C}" srcOrd="1" destOrd="0" presId="urn:microsoft.com/office/officeart/2018/2/layout/IconVerticalSolidList"/>
    <dgm:cxn modelId="{85BAB64F-F60A-4EDE-BDA9-14C51C97E601}" type="presParOf" srcId="{B9E86CF9-0632-4C3C-910C-117B4E20B696}" destId="{8AA1B413-32C6-485A-BC54-BA902102E993}" srcOrd="2" destOrd="0" presId="urn:microsoft.com/office/officeart/2018/2/layout/IconVerticalSolidList"/>
    <dgm:cxn modelId="{46CBBEAB-D660-45D6-9361-AE0D68990D78}" type="presParOf" srcId="{B9E86CF9-0632-4C3C-910C-117B4E20B696}" destId="{788EAAB9-A92D-45D7-B2F0-F1ACEFA3059E}" srcOrd="3" destOrd="0" presId="urn:microsoft.com/office/officeart/2018/2/layout/IconVerticalSolidList"/>
    <dgm:cxn modelId="{60C3285D-E797-46D8-9185-06728C36F179}" type="presParOf" srcId="{AB1A10A4-7A16-4DDC-82FF-12435680EC67}" destId="{E38562AF-9D89-43E6-AFD1-00C774D7E596}" srcOrd="5" destOrd="0" presId="urn:microsoft.com/office/officeart/2018/2/layout/IconVerticalSolidList"/>
    <dgm:cxn modelId="{8F47465D-F625-4608-B753-6B691C7CA112}" type="presParOf" srcId="{AB1A10A4-7A16-4DDC-82FF-12435680EC67}" destId="{35F28FF3-00D3-4F01-8D68-DAA8B8FF01C8}" srcOrd="6" destOrd="0" presId="urn:microsoft.com/office/officeart/2018/2/layout/IconVerticalSolidList"/>
    <dgm:cxn modelId="{4A28F734-906B-49C7-81A7-E0D4137BD920}" type="presParOf" srcId="{35F28FF3-00D3-4F01-8D68-DAA8B8FF01C8}" destId="{D43293B7-FF17-42F0-936C-1260A390BEB0}" srcOrd="0" destOrd="0" presId="urn:microsoft.com/office/officeart/2018/2/layout/IconVerticalSolidList"/>
    <dgm:cxn modelId="{3B2C47F1-16EC-4583-B531-3118A18F7BDF}" type="presParOf" srcId="{35F28FF3-00D3-4F01-8D68-DAA8B8FF01C8}" destId="{6A9BC418-4A7E-4BDE-A14C-CBCAA4112AF5}" srcOrd="1" destOrd="0" presId="urn:microsoft.com/office/officeart/2018/2/layout/IconVerticalSolidList"/>
    <dgm:cxn modelId="{2EC13A3E-6AE4-4E6F-9F5D-B0ADE67D8140}" type="presParOf" srcId="{35F28FF3-00D3-4F01-8D68-DAA8B8FF01C8}" destId="{DC86B2ED-D6BE-499B-9758-D41A454D165A}" srcOrd="2" destOrd="0" presId="urn:microsoft.com/office/officeart/2018/2/layout/IconVerticalSolidList"/>
    <dgm:cxn modelId="{BF4BF973-FBD9-4A0A-9A33-739B5DC8121D}" type="presParOf" srcId="{35F28FF3-00D3-4F01-8D68-DAA8B8FF01C8}" destId="{9D7C165C-36AC-4FDF-8C95-9450FB88799C}" srcOrd="3" destOrd="0" presId="urn:microsoft.com/office/officeart/2018/2/layout/IconVerticalSolidList"/>
    <dgm:cxn modelId="{EDF73BD6-D62B-4FDF-B36C-A5CBC6846712}" type="presParOf" srcId="{AB1A10A4-7A16-4DDC-82FF-12435680EC67}" destId="{B8CEDA45-B71E-4CC1-8682-F36E068C47DC}" srcOrd="7" destOrd="0" presId="urn:microsoft.com/office/officeart/2018/2/layout/IconVerticalSolidList"/>
    <dgm:cxn modelId="{BAB147C6-5ABC-469D-8A30-34C885F622E3}" type="presParOf" srcId="{AB1A10A4-7A16-4DDC-82FF-12435680EC67}" destId="{6B77B7D4-9BF0-4E3C-883C-67F860D15962}" srcOrd="8" destOrd="0" presId="urn:microsoft.com/office/officeart/2018/2/layout/IconVerticalSolidList"/>
    <dgm:cxn modelId="{36FDFC2B-EDAD-4980-A7A9-52FAFF28E22D}" type="presParOf" srcId="{6B77B7D4-9BF0-4E3C-883C-67F860D15962}" destId="{8C062294-9E00-4873-9D4F-AABDC10C3443}" srcOrd="0" destOrd="0" presId="urn:microsoft.com/office/officeart/2018/2/layout/IconVerticalSolidList"/>
    <dgm:cxn modelId="{E281E8B9-1395-41C4-8897-5672A5C413B5}" type="presParOf" srcId="{6B77B7D4-9BF0-4E3C-883C-67F860D15962}" destId="{AB8B0355-B613-48C2-8AEA-38E0FC168B3B}" srcOrd="1" destOrd="0" presId="urn:microsoft.com/office/officeart/2018/2/layout/IconVerticalSolidList"/>
    <dgm:cxn modelId="{49053B7C-AC9C-4D9D-8875-83C43E3083D0}" type="presParOf" srcId="{6B77B7D4-9BF0-4E3C-883C-67F860D15962}" destId="{E415D498-EE25-4DC1-B4F3-5E10040E463A}" srcOrd="2" destOrd="0" presId="urn:microsoft.com/office/officeart/2018/2/layout/IconVerticalSolidList"/>
    <dgm:cxn modelId="{F3F2A929-AD75-4486-AE1D-E0E78FC3178F}" type="presParOf" srcId="{6B77B7D4-9BF0-4E3C-883C-67F860D15962}" destId="{FADE3286-4B93-492F-9C40-3BACB7DDE9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92CD97-EB63-45F3-B28D-88055AAE80E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FACC078-F23F-4A26-BCC8-43DC0087ACAC}">
      <dgm:prSet/>
      <dgm:spPr/>
      <dgm:t>
        <a:bodyPr/>
        <a:lstStyle/>
        <a:p>
          <a:r>
            <a:rPr lang="en-US" b="1"/>
            <a:t>Databases are Everywhere</a:t>
          </a:r>
          <a:endParaRPr lang="en-US"/>
        </a:p>
      </dgm:t>
    </dgm:pt>
    <dgm:pt modelId="{89020219-227C-44A7-B28A-2983C1B93D2A}" type="parTrans" cxnId="{1A544A14-CD7B-4BED-9D5D-D3084A07763F}">
      <dgm:prSet/>
      <dgm:spPr/>
      <dgm:t>
        <a:bodyPr/>
        <a:lstStyle/>
        <a:p>
          <a:endParaRPr lang="en-US"/>
        </a:p>
      </dgm:t>
    </dgm:pt>
    <dgm:pt modelId="{8C621942-FD78-424B-80F5-B0CDC26C121F}" type="sibTrans" cxnId="{1A544A14-CD7B-4BED-9D5D-D3084A07763F}">
      <dgm:prSet/>
      <dgm:spPr/>
      <dgm:t>
        <a:bodyPr/>
        <a:lstStyle/>
        <a:p>
          <a:endParaRPr lang="en-US"/>
        </a:p>
      </dgm:t>
    </dgm:pt>
    <dgm:pt modelId="{6FEF1F5B-BB12-4678-A8A5-08AB2ECAF782}">
      <dgm:prSet/>
      <dgm:spPr/>
      <dgm:t>
        <a:bodyPr/>
        <a:lstStyle/>
        <a:p>
          <a:r>
            <a:rPr lang="en-US" b="1"/>
            <a:t>Banking:</a:t>
          </a:r>
          <a:r>
            <a:rPr lang="en-US"/>
            <a:t> To store customer accounts, transactions, and balances.</a:t>
          </a:r>
        </a:p>
      </dgm:t>
    </dgm:pt>
    <dgm:pt modelId="{A17819BE-2B1C-4382-8589-EB4E0FED62A6}" type="parTrans" cxnId="{990BAB88-E56F-408C-B014-A7018085C4E4}">
      <dgm:prSet/>
      <dgm:spPr/>
      <dgm:t>
        <a:bodyPr/>
        <a:lstStyle/>
        <a:p>
          <a:endParaRPr lang="en-US"/>
        </a:p>
      </dgm:t>
    </dgm:pt>
    <dgm:pt modelId="{A97D1A5C-1621-490E-964C-481209F9543D}" type="sibTrans" cxnId="{990BAB88-E56F-408C-B014-A7018085C4E4}">
      <dgm:prSet/>
      <dgm:spPr/>
      <dgm:t>
        <a:bodyPr/>
        <a:lstStyle/>
        <a:p>
          <a:endParaRPr lang="en-US"/>
        </a:p>
      </dgm:t>
    </dgm:pt>
    <dgm:pt modelId="{57C0502E-561B-493F-8F8F-DC2EED5DB6D5}">
      <dgm:prSet/>
      <dgm:spPr/>
      <dgm:t>
        <a:bodyPr/>
        <a:lstStyle/>
        <a:p>
          <a:r>
            <a:rPr lang="en-US" b="1"/>
            <a:t>E-commerce:</a:t>
          </a:r>
          <a:r>
            <a:rPr lang="en-US"/>
            <a:t> To manage product listings, customer reviews, and order history.</a:t>
          </a:r>
        </a:p>
      </dgm:t>
    </dgm:pt>
    <dgm:pt modelId="{D4D0B663-42BA-4857-BD1F-CCCB032FFE0C}" type="parTrans" cxnId="{5A3B3AFF-31D5-4019-95B3-62BEA709BA69}">
      <dgm:prSet/>
      <dgm:spPr/>
      <dgm:t>
        <a:bodyPr/>
        <a:lstStyle/>
        <a:p>
          <a:endParaRPr lang="en-US"/>
        </a:p>
      </dgm:t>
    </dgm:pt>
    <dgm:pt modelId="{17783553-5CCD-46E5-9FE7-EAB2E00500B3}" type="sibTrans" cxnId="{5A3B3AFF-31D5-4019-95B3-62BEA709BA69}">
      <dgm:prSet/>
      <dgm:spPr/>
      <dgm:t>
        <a:bodyPr/>
        <a:lstStyle/>
        <a:p>
          <a:endParaRPr lang="en-US"/>
        </a:p>
      </dgm:t>
    </dgm:pt>
    <dgm:pt modelId="{A8B4DF9B-82E4-4051-B620-0070A09097D5}">
      <dgm:prSet/>
      <dgm:spPr/>
      <dgm:t>
        <a:bodyPr/>
        <a:lstStyle/>
        <a:p>
          <a:r>
            <a:rPr lang="en-US" b="1"/>
            <a:t>Social Media:</a:t>
          </a:r>
          <a:r>
            <a:rPr lang="en-US"/>
            <a:t> To store user profiles, posts, likes, and followers.</a:t>
          </a:r>
        </a:p>
      </dgm:t>
    </dgm:pt>
    <dgm:pt modelId="{B28F31E1-EB32-4A63-B333-71E4ADE5C40E}" type="parTrans" cxnId="{050ED918-7FD0-46F0-B1A3-C45E9203C7E1}">
      <dgm:prSet/>
      <dgm:spPr/>
      <dgm:t>
        <a:bodyPr/>
        <a:lstStyle/>
        <a:p>
          <a:endParaRPr lang="en-US"/>
        </a:p>
      </dgm:t>
    </dgm:pt>
    <dgm:pt modelId="{D50F4129-01B2-4B7E-AC9D-6C895FB40356}" type="sibTrans" cxnId="{050ED918-7FD0-46F0-B1A3-C45E9203C7E1}">
      <dgm:prSet/>
      <dgm:spPr/>
      <dgm:t>
        <a:bodyPr/>
        <a:lstStyle/>
        <a:p>
          <a:endParaRPr lang="en-US"/>
        </a:p>
      </dgm:t>
    </dgm:pt>
    <dgm:pt modelId="{92EFAD14-8ABB-4BDC-9359-AABFFF260A1C}">
      <dgm:prSet/>
      <dgm:spPr/>
      <dgm:t>
        <a:bodyPr/>
        <a:lstStyle/>
        <a:p>
          <a:r>
            <a:rPr lang="en-US" b="1"/>
            <a:t>Healthcare:</a:t>
          </a:r>
          <a:r>
            <a:rPr lang="en-US"/>
            <a:t> To keep track of patient records, appointments, and prescriptions.</a:t>
          </a:r>
        </a:p>
      </dgm:t>
    </dgm:pt>
    <dgm:pt modelId="{6A1704A4-4DAC-47EA-9B19-DDB3F7068A92}" type="parTrans" cxnId="{0C8CF0AF-6A2D-4B97-9A45-D0E5AC1317DC}">
      <dgm:prSet/>
      <dgm:spPr/>
      <dgm:t>
        <a:bodyPr/>
        <a:lstStyle/>
        <a:p>
          <a:endParaRPr lang="en-US"/>
        </a:p>
      </dgm:t>
    </dgm:pt>
    <dgm:pt modelId="{1B974127-5103-4740-9F4E-9AF6531681E0}" type="sibTrans" cxnId="{0C8CF0AF-6A2D-4B97-9A45-D0E5AC1317DC}">
      <dgm:prSet/>
      <dgm:spPr/>
      <dgm:t>
        <a:bodyPr/>
        <a:lstStyle/>
        <a:p>
          <a:endParaRPr lang="en-US"/>
        </a:p>
      </dgm:t>
    </dgm:pt>
    <dgm:pt modelId="{31C17311-2A41-411E-9845-B3EEFCF3F1D3}" type="pres">
      <dgm:prSet presAssocID="{1092CD97-EB63-45F3-B28D-88055AAE80EB}" presName="root" presStyleCnt="0">
        <dgm:presLayoutVars>
          <dgm:dir/>
          <dgm:resizeHandles val="exact"/>
        </dgm:presLayoutVars>
      </dgm:prSet>
      <dgm:spPr/>
    </dgm:pt>
    <dgm:pt modelId="{747E43B6-5332-4FD5-90D6-4C4EEEF59612}" type="pres">
      <dgm:prSet presAssocID="{1092CD97-EB63-45F3-B28D-88055AAE80EB}" presName="container" presStyleCnt="0">
        <dgm:presLayoutVars>
          <dgm:dir/>
          <dgm:resizeHandles val="exact"/>
        </dgm:presLayoutVars>
      </dgm:prSet>
      <dgm:spPr/>
    </dgm:pt>
    <dgm:pt modelId="{C87C2E5B-B226-4016-BA83-1D404DDF66F0}" type="pres">
      <dgm:prSet presAssocID="{9FACC078-F23F-4A26-BCC8-43DC0087ACAC}" presName="compNode" presStyleCnt="0"/>
      <dgm:spPr/>
    </dgm:pt>
    <dgm:pt modelId="{D219B5BF-8B15-48EB-B6FE-FDA9823F50DD}" type="pres">
      <dgm:prSet presAssocID="{9FACC078-F23F-4A26-BCC8-43DC0087ACAC}" presName="iconBgRect" presStyleLbl="bgShp" presStyleIdx="0" presStyleCnt="5"/>
      <dgm:spPr/>
    </dgm:pt>
    <dgm:pt modelId="{51642BAD-0233-425F-97DC-EB22467D7B74}" type="pres">
      <dgm:prSet presAssocID="{9FACC078-F23F-4A26-BCC8-43DC0087ACA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323BCB8-1A73-4C25-BE20-BECE16AE6FF9}" type="pres">
      <dgm:prSet presAssocID="{9FACC078-F23F-4A26-BCC8-43DC0087ACAC}" presName="spaceRect" presStyleCnt="0"/>
      <dgm:spPr/>
    </dgm:pt>
    <dgm:pt modelId="{6359AA94-7E9D-4FE4-B2CC-063F3E93091D}" type="pres">
      <dgm:prSet presAssocID="{9FACC078-F23F-4A26-BCC8-43DC0087ACAC}" presName="textRect" presStyleLbl="revTx" presStyleIdx="0" presStyleCnt="5">
        <dgm:presLayoutVars>
          <dgm:chMax val="1"/>
          <dgm:chPref val="1"/>
        </dgm:presLayoutVars>
      </dgm:prSet>
      <dgm:spPr/>
    </dgm:pt>
    <dgm:pt modelId="{5A3636F9-E247-4C51-B7FD-0DBE3B2FA9A6}" type="pres">
      <dgm:prSet presAssocID="{8C621942-FD78-424B-80F5-B0CDC26C121F}" presName="sibTrans" presStyleLbl="sibTrans2D1" presStyleIdx="0" presStyleCnt="0"/>
      <dgm:spPr/>
    </dgm:pt>
    <dgm:pt modelId="{E35F42DB-ED30-40DB-B452-FCE368CC8E13}" type="pres">
      <dgm:prSet presAssocID="{6FEF1F5B-BB12-4678-A8A5-08AB2ECAF782}" presName="compNode" presStyleCnt="0"/>
      <dgm:spPr/>
    </dgm:pt>
    <dgm:pt modelId="{F3CBE46D-988A-46B4-9E11-C65F0505212C}" type="pres">
      <dgm:prSet presAssocID="{6FEF1F5B-BB12-4678-A8A5-08AB2ECAF782}" presName="iconBgRect" presStyleLbl="bgShp" presStyleIdx="1" presStyleCnt="5"/>
      <dgm:spPr/>
    </dgm:pt>
    <dgm:pt modelId="{A173A811-FCF1-4868-8731-C7D85B64D7A2}" type="pres">
      <dgm:prSet presAssocID="{6FEF1F5B-BB12-4678-A8A5-08AB2ECAF78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32B15ED-D219-4E71-85D7-8C7D77D92AFC}" type="pres">
      <dgm:prSet presAssocID="{6FEF1F5B-BB12-4678-A8A5-08AB2ECAF782}" presName="spaceRect" presStyleCnt="0"/>
      <dgm:spPr/>
    </dgm:pt>
    <dgm:pt modelId="{6F04E402-97A1-4ADA-A1AF-D61730875624}" type="pres">
      <dgm:prSet presAssocID="{6FEF1F5B-BB12-4678-A8A5-08AB2ECAF782}" presName="textRect" presStyleLbl="revTx" presStyleIdx="1" presStyleCnt="5">
        <dgm:presLayoutVars>
          <dgm:chMax val="1"/>
          <dgm:chPref val="1"/>
        </dgm:presLayoutVars>
      </dgm:prSet>
      <dgm:spPr/>
    </dgm:pt>
    <dgm:pt modelId="{2659623F-559E-4953-88DC-B4513C6C9D4E}" type="pres">
      <dgm:prSet presAssocID="{A97D1A5C-1621-490E-964C-481209F9543D}" presName="sibTrans" presStyleLbl="sibTrans2D1" presStyleIdx="0" presStyleCnt="0"/>
      <dgm:spPr/>
    </dgm:pt>
    <dgm:pt modelId="{B0AB7C00-E0CB-4F29-91A5-1CDA2588C43A}" type="pres">
      <dgm:prSet presAssocID="{57C0502E-561B-493F-8F8F-DC2EED5DB6D5}" presName="compNode" presStyleCnt="0"/>
      <dgm:spPr/>
    </dgm:pt>
    <dgm:pt modelId="{3AA2BE3C-CE93-43AA-9593-E989A88D0F0F}" type="pres">
      <dgm:prSet presAssocID="{57C0502E-561B-493F-8F8F-DC2EED5DB6D5}" presName="iconBgRect" presStyleLbl="bgShp" presStyleIdx="2" presStyleCnt="5"/>
      <dgm:spPr/>
    </dgm:pt>
    <dgm:pt modelId="{2EC59198-4711-4D7C-997B-4C224DAF7D0F}" type="pres">
      <dgm:prSet presAssocID="{57C0502E-561B-493F-8F8F-DC2EED5DB6D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0E75360E-1122-4147-B84E-23A941A73725}" type="pres">
      <dgm:prSet presAssocID="{57C0502E-561B-493F-8F8F-DC2EED5DB6D5}" presName="spaceRect" presStyleCnt="0"/>
      <dgm:spPr/>
    </dgm:pt>
    <dgm:pt modelId="{230FBF41-676D-4348-B24D-953D36FBB3E0}" type="pres">
      <dgm:prSet presAssocID="{57C0502E-561B-493F-8F8F-DC2EED5DB6D5}" presName="textRect" presStyleLbl="revTx" presStyleIdx="2" presStyleCnt="5">
        <dgm:presLayoutVars>
          <dgm:chMax val="1"/>
          <dgm:chPref val="1"/>
        </dgm:presLayoutVars>
      </dgm:prSet>
      <dgm:spPr/>
    </dgm:pt>
    <dgm:pt modelId="{39A0159D-937E-4DFF-A87D-7C35FE49F219}" type="pres">
      <dgm:prSet presAssocID="{17783553-5CCD-46E5-9FE7-EAB2E00500B3}" presName="sibTrans" presStyleLbl="sibTrans2D1" presStyleIdx="0" presStyleCnt="0"/>
      <dgm:spPr/>
    </dgm:pt>
    <dgm:pt modelId="{C81EFAEA-A564-484A-9F56-4145E3DAB1C2}" type="pres">
      <dgm:prSet presAssocID="{A8B4DF9B-82E4-4051-B620-0070A09097D5}" presName="compNode" presStyleCnt="0"/>
      <dgm:spPr/>
    </dgm:pt>
    <dgm:pt modelId="{0C3B0EEB-2856-48B2-A766-B61C5BD94303}" type="pres">
      <dgm:prSet presAssocID="{A8B4DF9B-82E4-4051-B620-0070A09097D5}" presName="iconBgRect" presStyleLbl="bgShp" presStyleIdx="3" presStyleCnt="5"/>
      <dgm:spPr/>
    </dgm:pt>
    <dgm:pt modelId="{5EAD6258-40EB-410E-B700-A43619091260}" type="pres">
      <dgm:prSet presAssocID="{A8B4DF9B-82E4-4051-B620-0070A09097D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F0CAF5BC-2355-4EA2-8269-901E1C9C2136}" type="pres">
      <dgm:prSet presAssocID="{A8B4DF9B-82E4-4051-B620-0070A09097D5}" presName="spaceRect" presStyleCnt="0"/>
      <dgm:spPr/>
    </dgm:pt>
    <dgm:pt modelId="{EB2D0941-D8D5-469A-A869-9A143170EF1E}" type="pres">
      <dgm:prSet presAssocID="{A8B4DF9B-82E4-4051-B620-0070A09097D5}" presName="textRect" presStyleLbl="revTx" presStyleIdx="3" presStyleCnt="5">
        <dgm:presLayoutVars>
          <dgm:chMax val="1"/>
          <dgm:chPref val="1"/>
        </dgm:presLayoutVars>
      </dgm:prSet>
      <dgm:spPr/>
    </dgm:pt>
    <dgm:pt modelId="{9E437D58-D666-4BD0-96DD-A817D2574FA8}" type="pres">
      <dgm:prSet presAssocID="{D50F4129-01B2-4B7E-AC9D-6C895FB40356}" presName="sibTrans" presStyleLbl="sibTrans2D1" presStyleIdx="0" presStyleCnt="0"/>
      <dgm:spPr/>
    </dgm:pt>
    <dgm:pt modelId="{4A01FB5D-4E43-42FE-BC8E-BA87A7F3C05B}" type="pres">
      <dgm:prSet presAssocID="{92EFAD14-8ABB-4BDC-9359-AABFFF260A1C}" presName="compNode" presStyleCnt="0"/>
      <dgm:spPr/>
    </dgm:pt>
    <dgm:pt modelId="{0E75F339-64F1-4D6C-9F34-FA7C0DF848D9}" type="pres">
      <dgm:prSet presAssocID="{92EFAD14-8ABB-4BDC-9359-AABFFF260A1C}" presName="iconBgRect" presStyleLbl="bgShp" presStyleIdx="4" presStyleCnt="5"/>
      <dgm:spPr/>
    </dgm:pt>
    <dgm:pt modelId="{C916A674-17E1-41C9-93D2-DE3FAFE7EC65}" type="pres">
      <dgm:prSet presAssocID="{92EFAD14-8ABB-4BDC-9359-AABFFF260A1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4E622355-C9E2-43BF-BCA1-E97080DF37DD}" type="pres">
      <dgm:prSet presAssocID="{92EFAD14-8ABB-4BDC-9359-AABFFF260A1C}" presName="spaceRect" presStyleCnt="0"/>
      <dgm:spPr/>
    </dgm:pt>
    <dgm:pt modelId="{12ADAC8D-3D9A-458B-8E13-86F6DDFA3496}" type="pres">
      <dgm:prSet presAssocID="{92EFAD14-8ABB-4BDC-9359-AABFFF260A1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0C4A806-643C-40E2-9FE5-456C5B0ECE6A}" type="presOf" srcId="{A97D1A5C-1621-490E-964C-481209F9543D}" destId="{2659623F-559E-4953-88DC-B4513C6C9D4E}" srcOrd="0" destOrd="0" presId="urn:microsoft.com/office/officeart/2018/2/layout/IconCircleList"/>
    <dgm:cxn modelId="{AF6B2B0D-144C-435C-AFC2-D0C2C064AF23}" type="presOf" srcId="{D50F4129-01B2-4B7E-AC9D-6C895FB40356}" destId="{9E437D58-D666-4BD0-96DD-A817D2574FA8}" srcOrd="0" destOrd="0" presId="urn:microsoft.com/office/officeart/2018/2/layout/IconCircleList"/>
    <dgm:cxn modelId="{1A544A14-CD7B-4BED-9D5D-D3084A07763F}" srcId="{1092CD97-EB63-45F3-B28D-88055AAE80EB}" destId="{9FACC078-F23F-4A26-BCC8-43DC0087ACAC}" srcOrd="0" destOrd="0" parTransId="{89020219-227C-44A7-B28A-2983C1B93D2A}" sibTransId="{8C621942-FD78-424B-80F5-B0CDC26C121F}"/>
    <dgm:cxn modelId="{75C54217-E7BA-4D88-BE08-EBEF1903A4A6}" type="presOf" srcId="{8C621942-FD78-424B-80F5-B0CDC26C121F}" destId="{5A3636F9-E247-4C51-B7FD-0DBE3B2FA9A6}" srcOrd="0" destOrd="0" presId="urn:microsoft.com/office/officeart/2018/2/layout/IconCircleList"/>
    <dgm:cxn modelId="{050ED918-7FD0-46F0-B1A3-C45E9203C7E1}" srcId="{1092CD97-EB63-45F3-B28D-88055AAE80EB}" destId="{A8B4DF9B-82E4-4051-B620-0070A09097D5}" srcOrd="3" destOrd="0" parTransId="{B28F31E1-EB32-4A63-B333-71E4ADE5C40E}" sibTransId="{D50F4129-01B2-4B7E-AC9D-6C895FB40356}"/>
    <dgm:cxn modelId="{0F2C6A24-784A-4AD0-87C0-E80B404AE80E}" type="presOf" srcId="{A8B4DF9B-82E4-4051-B620-0070A09097D5}" destId="{EB2D0941-D8D5-469A-A869-9A143170EF1E}" srcOrd="0" destOrd="0" presId="urn:microsoft.com/office/officeart/2018/2/layout/IconCircleList"/>
    <dgm:cxn modelId="{2EC31576-CD1E-4CE9-A9F8-E78A9EE58692}" type="presOf" srcId="{9FACC078-F23F-4A26-BCC8-43DC0087ACAC}" destId="{6359AA94-7E9D-4FE4-B2CC-063F3E93091D}" srcOrd="0" destOrd="0" presId="urn:microsoft.com/office/officeart/2018/2/layout/IconCircleList"/>
    <dgm:cxn modelId="{35C7CE78-8491-4D5A-BFFE-D8D20D2A42F2}" type="presOf" srcId="{57C0502E-561B-493F-8F8F-DC2EED5DB6D5}" destId="{230FBF41-676D-4348-B24D-953D36FBB3E0}" srcOrd="0" destOrd="0" presId="urn:microsoft.com/office/officeart/2018/2/layout/IconCircleList"/>
    <dgm:cxn modelId="{990BAB88-E56F-408C-B014-A7018085C4E4}" srcId="{1092CD97-EB63-45F3-B28D-88055AAE80EB}" destId="{6FEF1F5B-BB12-4678-A8A5-08AB2ECAF782}" srcOrd="1" destOrd="0" parTransId="{A17819BE-2B1C-4382-8589-EB4E0FED62A6}" sibTransId="{A97D1A5C-1621-490E-964C-481209F9543D}"/>
    <dgm:cxn modelId="{92818198-857E-4B63-92FA-C75F430D900C}" type="presOf" srcId="{17783553-5CCD-46E5-9FE7-EAB2E00500B3}" destId="{39A0159D-937E-4DFF-A87D-7C35FE49F219}" srcOrd="0" destOrd="0" presId="urn:microsoft.com/office/officeart/2018/2/layout/IconCircleList"/>
    <dgm:cxn modelId="{B2ED93A0-323F-4E49-A47C-349892A2201B}" type="presOf" srcId="{92EFAD14-8ABB-4BDC-9359-AABFFF260A1C}" destId="{12ADAC8D-3D9A-458B-8E13-86F6DDFA3496}" srcOrd="0" destOrd="0" presId="urn:microsoft.com/office/officeart/2018/2/layout/IconCircleList"/>
    <dgm:cxn modelId="{0C8CF0AF-6A2D-4B97-9A45-D0E5AC1317DC}" srcId="{1092CD97-EB63-45F3-B28D-88055AAE80EB}" destId="{92EFAD14-8ABB-4BDC-9359-AABFFF260A1C}" srcOrd="4" destOrd="0" parTransId="{6A1704A4-4DAC-47EA-9B19-DDB3F7068A92}" sibTransId="{1B974127-5103-4740-9F4E-9AF6531681E0}"/>
    <dgm:cxn modelId="{52C75CBD-7D71-424E-9181-A93748AFFC8F}" type="presOf" srcId="{1092CD97-EB63-45F3-B28D-88055AAE80EB}" destId="{31C17311-2A41-411E-9845-B3EEFCF3F1D3}" srcOrd="0" destOrd="0" presId="urn:microsoft.com/office/officeart/2018/2/layout/IconCircleList"/>
    <dgm:cxn modelId="{E8E3DBF8-8563-4E7F-8E08-883BB3183E34}" type="presOf" srcId="{6FEF1F5B-BB12-4678-A8A5-08AB2ECAF782}" destId="{6F04E402-97A1-4ADA-A1AF-D61730875624}" srcOrd="0" destOrd="0" presId="urn:microsoft.com/office/officeart/2018/2/layout/IconCircleList"/>
    <dgm:cxn modelId="{5A3B3AFF-31D5-4019-95B3-62BEA709BA69}" srcId="{1092CD97-EB63-45F3-B28D-88055AAE80EB}" destId="{57C0502E-561B-493F-8F8F-DC2EED5DB6D5}" srcOrd="2" destOrd="0" parTransId="{D4D0B663-42BA-4857-BD1F-CCCB032FFE0C}" sibTransId="{17783553-5CCD-46E5-9FE7-EAB2E00500B3}"/>
    <dgm:cxn modelId="{A1DDE907-3C20-4EEA-8A03-57CE83E03549}" type="presParOf" srcId="{31C17311-2A41-411E-9845-B3EEFCF3F1D3}" destId="{747E43B6-5332-4FD5-90D6-4C4EEEF59612}" srcOrd="0" destOrd="0" presId="urn:microsoft.com/office/officeart/2018/2/layout/IconCircleList"/>
    <dgm:cxn modelId="{86787F53-0094-4F49-994A-ED886E5E317C}" type="presParOf" srcId="{747E43B6-5332-4FD5-90D6-4C4EEEF59612}" destId="{C87C2E5B-B226-4016-BA83-1D404DDF66F0}" srcOrd="0" destOrd="0" presId="urn:microsoft.com/office/officeart/2018/2/layout/IconCircleList"/>
    <dgm:cxn modelId="{42D2F6B7-9B65-476F-8C5D-A7650719F6F3}" type="presParOf" srcId="{C87C2E5B-B226-4016-BA83-1D404DDF66F0}" destId="{D219B5BF-8B15-48EB-B6FE-FDA9823F50DD}" srcOrd="0" destOrd="0" presId="urn:microsoft.com/office/officeart/2018/2/layout/IconCircleList"/>
    <dgm:cxn modelId="{8BDD3AEC-44DA-4534-8C34-B357F9EB31F0}" type="presParOf" srcId="{C87C2E5B-B226-4016-BA83-1D404DDF66F0}" destId="{51642BAD-0233-425F-97DC-EB22467D7B74}" srcOrd="1" destOrd="0" presId="urn:microsoft.com/office/officeart/2018/2/layout/IconCircleList"/>
    <dgm:cxn modelId="{D18DBF01-040E-4CD7-BB25-AED0E09038FF}" type="presParOf" srcId="{C87C2E5B-B226-4016-BA83-1D404DDF66F0}" destId="{9323BCB8-1A73-4C25-BE20-BECE16AE6FF9}" srcOrd="2" destOrd="0" presId="urn:microsoft.com/office/officeart/2018/2/layout/IconCircleList"/>
    <dgm:cxn modelId="{BB1A18F0-09F2-40AE-BDC6-F388D48652E6}" type="presParOf" srcId="{C87C2E5B-B226-4016-BA83-1D404DDF66F0}" destId="{6359AA94-7E9D-4FE4-B2CC-063F3E93091D}" srcOrd="3" destOrd="0" presId="urn:microsoft.com/office/officeart/2018/2/layout/IconCircleList"/>
    <dgm:cxn modelId="{EED83432-E72F-46D8-9007-346261D613B5}" type="presParOf" srcId="{747E43B6-5332-4FD5-90D6-4C4EEEF59612}" destId="{5A3636F9-E247-4C51-B7FD-0DBE3B2FA9A6}" srcOrd="1" destOrd="0" presId="urn:microsoft.com/office/officeart/2018/2/layout/IconCircleList"/>
    <dgm:cxn modelId="{AF9ED370-6ABE-4AF3-AB3E-59D6C2E9940D}" type="presParOf" srcId="{747E43B6-5332-4FD5-90D6-4C4EEEF59612}" destId="{E35F42DB-ED30-40DB-B452-FCE368CC8E13}" srcOrd="2" destOrd="0" presId="urn:microsoft.com/office/officeart/2018/2/layout/IconCircleList"/>
    <dgm:cxn modelId="{108D5848-E09D-40BA-8116-A176609B058C}" type="presParOf" srcId="{E35F42DB-ED30-40DB-B452-FCE368CC8E13}" destId="{F3CBE46D-988A-46B4-9E11-C65F0505212C}" srcOrd="0" destOrd="0" presId="urn:microsoft.com/office/officeart/2018/2/layout/IconCircleList"/>
    <dgm:cxn modelId="{E414463D-6974-41D8-9019-B393DB94E9DF}" type="presParOf" srcId="{E35F42DB-ED30-40DB-B452-FCE368CC8E13}" destId="{A173A811-FCF1-4868-8731-C7D85B64D7A2}" srcOrd="1" destOrd="0" presId="urn:microsoft.com/office/officeart/2018/2/layout/IconCircleList"/>
    <dgm:cxn modelId="{93F8C497-BD70-4B1C-AC91-C98F89AC9932}" type="presParOf" srcId="{E35F42DB-ED30-40DB-B452-FCE368CC8E13}" destId="{132B15ED-D219-4E71-85D7-8C7D77D92AFC}" srcOrd="2" destOrd="0" presId="urn:microsoft.com/office/officeart/2018/2/layout/IconCircleList"/>
    <dgm:cxn modelId="{43942537-7415-456C-8A44-7873AC9D7386}" type="presParOf" srcId="{E35F42DB-ED30-40DB-B452-FCE368CC8E13}" destId="{6F04E402-97A1-4ADA-A1AF-D61730875624}" srcOrd="3" destOrd="0" presId="urn:microsoft.com/office/officeart/2018/2/layout/IconCircleList"/>
    <dgm:cxn modelId="{41575E5B-BF11-4DD7-B3ED-B854F3B1BC23}" type="presParOf" srcId="{747E43B6-5332-4FD5-90D6-4C4EEEF59612}" destId="{2659623F-559E-4953-88DC-B4513C6C9D4E}" srcOrd="3" destOrd="0" presId="urn:microsoft.com/office/officeart/2018/2/layout/IconCircleList"/>
    <dgm:cxn modelId="{182CF2E0-53DD-4365-8EB5-102D582F455D}" type="presParOf" srcId="{747E43B6-5332-4FD5-90D6-4C4EEEF59612}" destId="{B0AB7C00-E0CB-4F29-91A5-1CDA2588C43A}" srcOrd="4" destOrd="0" presId="urn:microsoft.com/office/officeart/2018/2/layout/IconCircleList"/>
    <dgm:cxn modelId="{6D0D5F36-A057-4EF7-B3AD-EC0B6A017C2E}" type="presParOf" srcId="{B0AB7C00-E0CB-4F29-91A5-1CDA2588C43A}" destId="{3AA2BE3C-CE93-43AA-9593-E989A88D0F0F}" srcOrd="0" destOrd="0" presId="urn:microsoft.com/office/officeart/2018/2/layout/IconCircleList"/>
    <dgm:cxn modelId="{45E26547-D56C-4414-9D94-167DD63FB9E5}" type="presParOf" srcId="{B0AB7C00-E0CB-4F29-91A5-1CDA2588C43A}" destId="{2EC59198-4711-4D7C-997B-4C224DAF7D0F}" srcOrd="1" destOrd="0" presId="urn:microsoft.com/office/officeart/2018/2/layout/IconCircleList"/>
    <dgm:cxn modelId="{7E929FDF-1B5A-464F-84C2-DAC0CE2C41FB}" type="presParOf" srcId="{B0AB7C00-E0CB-4F29-91A5-1CDA2588C43A}" destId="{0E75360E-1122-4147-B84E-23A941A73725}" srcOrd="2" destOrd="0" presId="urn:microsoft.com/office/officeart/2018/2/layout/IconCircleList"/>
    <dgm:cxn modelId="{B3C80E3C-40B9-4685-A8FC-8F8F167BC9A9}" type="presParOf" srcId="{B0AB7C00-E0CB-4F29-91A5-1CDA2588C43A}" destId="{230FBF41-676D-4348-B24D-953D36FBB3E0}" srcOrd="3" destOrd="0" presId="urn:microsoft.com/office/officeart/2018/2/layout/IconCircleList"/>
    <dgm:cxn modelId="{F0D309CC-C3CD-4E80-9C05-C81795DC14B7}" type="presParOf" srcId="{747E43B6-5332-4FD5-90D6-4C4EEEF59612}" destId="{39A0159D-937E-4DFF-A87D-7C35FE49F219}" srcOrd="5" destOrd="0" presId="urn:microsoft.com/office/officeart/2018/2/layout/IconCircleList"/>
    <dgm:cxn modelId="{83F39976-507E-4791-B019-58DB188B8C6C}" type="presParOf" srcId="{747E43B6-5332-4FD5-90D6-4C4EEEF59612}" destId="{C81EFAEA-A564-484A-9F56-4145E3DAB1C2}" srcOrd="6" destOrd="0" presId="urn:microsoft.com/office/officeart/2018/2/layout/IconCircleList"/>
    <dgm:cxn modelId="{25C7ADFD-1ED7-48E2-B1EB-2B79F443F749}" type="presParOf" srcId="{C81EFAEA-A564-484A-9F56-4145E3DAB1C2}" destId="{0C3B0EEB-2856-48B2-A766-B61C5BD94303}" srcOrd="0" destOrd="0" presId="urn:microsoft.com/office/officeart/2018/2/layout/IconCircleList"/>
    <dgm:cxn modelId="{ADE95D66-B36D-4826-9426-2989997B8B33}" type="presParOf" srcId="{C81EFAEA-A564-484A-9F56-4145E3DAB1C2}" destId="{5EAD6258-40EB-410E-B700-A43619091260}" srcOrd="1" destOrd="0" presId="urn:microsoft.com/office/officeart/2018/2/layout/IconCircleList"/>
    <dgm:cxn modelId="{DD24BDD5-22D1-4423-A125-E5F4DF6EC568}" type="presParOf" srcId="{C81EFAEA-A564-484A-9F56-4145E3DAB1C2}" destId="{F0CAF5BC-2355-4EA2-8269-901E1C9C2136}" srcOrd="2" destOrd="0" presId="urn:microsoft.com/office/officeart/2018/2/layout/IconCircleList"/>
    <dgm:cxn modelId="{76FAAF8F-0F20-46CE-9E30-AAFA7D6F9B99}" type="presParOf" srcId="{C81EFAEA-A564-484A-9F56-4145E3DAB1C2}" destId="{EB2D0941-D8D5-469A-A869-9A143170EF1E}" srcOrd="3" destOrd="0" presId="urn:microsoft.com/office/officeart/2018/2/layout/IconCircleList"/>
    <dgm:cxn modelId="{C7FC258F-ABD4-472D-BB0C-7B8F059AFF31}" type="presParOf" srcId="{747E43B6-5332-4FD5-90D6-4C4EEEF59612}" destId="{9E437D58-D666-4BD0-96DD-A817D2574FA8}" srcOrd="7" destOrd="0" presId="urn:microsoft.com/office/officeart/2018/2/layout/IconCircleList"/>
    <dgm:cxn modelId="{9966AD63-260E-4F36-B0C6-9762C96E9A09}" type="presParOf" srcId="{747E43B6-5332-4FD5-90D6-4C4EEEF59612}" destId="{4A01FB5D-4E43-42FE-BC8E-BA87A7F3C05B}" srcOrd="8" destOrd="0" presId="urn:microsoft.com/office/officeart/2018/2/layout/IconCircleList"/>
    <dgm:cxn modelId="{B595BB60-072E-4C17-BAAC-FC37D8059EAC}" type="presParOf" srcId="{4A01FB5D-4E43-42FE-BC8E-BA87A7F3C05B}" destId="{0E75F339-64F1-4D6C-9F34-FA7C0DF848D9}" srcOrd="0" destOrd="0" presId="urn:microsoft.com/office/officeart/2018/2/layout/IconCircleList"/>
    <dgm:cxn modelId="{121BD0FA-C5C2-4C55-A73E-48ADBA393051}" type="presParOf" srcId="{4A01FB5D-4E43-42FE-BC8E-BA87A7F3C05B}" destId="{C916A674-17E1-41C9-93D2-DE3FAFE7EC65}" srcOrd="1" destOrd="0" presId="urn:microsoft.com/office/officeart/2018/2/layout/IconCircleList"/>
    <dgm:cxn modelId="{02FD8E24-1682-4420-9F61-A0D803AA1006}" type="presParOf" srcId="{4A01FB5D-4E43-42FE-BC8E-BA87A7F3C05B}" destId="{4E622355-C9E2-43BF-BCA1-E97080DF37DD}" srcOrd="2" destOrd="0" presId="urn:microsoft.com/office/officeart/2018/2/layout/IconCircleList"/>
    <dgm:cxn modelId="{CAC4131A-9093-4498-B433-F054135645AF}" type="presParOf" srcId="{4A01FB5D-4E43-42FE-BC8E-BA87A7F3C05B}" destId="{12ADAC8D-3D9A-458B-8E13-86F6DDFA349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FCF876-15CB-4846-AE8B-2F77F2FBF26D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02ED66D-4F67-4AAC-B426-BA086537010A}">
      <dgm:prSet/>
      <dgm:spPr/>
      <dgm:t>
        <a:bodyPr/>
        <a:lstStyle/>
        <a:p>
          <a:r>
            <a:rPr lang="en-US" b="1"/>
            <a:t>Database Management System</a:t>
          </a:r>
          <a:endParaRPr lang="en-US"/>
        </a:p>
      </dgm:t>
    </dgm:pt>
    <dgm:pt modelId="{7F91C4B5-E41D-4CE4-A809-75F2C25DA7FD}" type="parTrans" cxnId="{A51945AF-997F-4BA9-8AF6-A0C167A9C076}">
      <dgm:prSet/>
      <dgm:spPr/>
      <dgm:t>
        <a:bodyPr/>
        <a:lstStyle/>
        <a:p>
          <a:endParaRPr lang="en-US"/>
        </a:p>
      </dgm:t>
    </dgm:pt>
    <dgm:pt modelId="{DDF6DEE0-8E44-48F0-9D57-98F3ED38AE74}" type="sibTrans" cxnId="{A51945AF-997F-4BA9-8AF6-A0C167A9C076}">
      <dgm:prSet/>
      <dgm:spPr/>
      <dgm:t>
        <a:bodyPr/>
        <a:lstStyle/>
        <a:p>
          <a:endParaRPr lang="en-US"/>
        </a:p>
      </dgm:t>
    </dgm:pt>
    <dgm:pt modelId="{93B6F7EA-931F-425D-9C13-3EEDD75EA708}">
      <dgm:prSet/>
      <dgm:spPr/>
      <dgm:t>
        <a:bodyPr/>
        <a:lstStyle/>
        <a:p>
          <a:r>
            <a:rPr lang="en-US" b="1"/>
            <a:t>Definition:</a:t>
          </a:r>
          <a:r>
            <a:rPr lang="en-US"/>
            <a:t> A DBMS is software that acts as an interface between the user and the database.</a:t>
          </a:r>
        </a:p>
      </dgm:t>
    </dgm:pt>
    <dgm:pt modelId="{CF68CD57-319E-4DBA-8029-828E3CAE41C1}" type="parTrans" cxnId="{CBB2446F-4C66-4C91-9C41-94262976297B}">
      <dgm:prSet/>
      <dgm:spPr/>
      <dgm:t>
        <a:bodyPr/>
        <a:lstStyle/>
        <a:p>
          <a:endParaRPr lang="en-US"/>
        </a:p>
      </dgm:t>
    </dgm:pt>
    <dgm:pt modelId="{4EDFC7A2-8B0B-4367-AE13-775BF1816BEB}" type="sibTrans" cxnId="{CBB2446F-4C66-4C91-9C41-94262976297B}">
      <dgm:prSet/>
      <dgm:spPr/>
      <dgm:t>
        <a:bodyPr/>
        <a:lstStyle/>
        <a:p>
          <a:endParaRPr lang="en-US"/>
        </a:p>
      </dgm:t>
    </dgm:pt>
    <dgm:pt modelId="{DD1F4863-77BC-441F-AC9B-FC20C52C7486}">
      <dgm:prSet/>
      <dgm:spPr/>
      <dgm:t>
        <a:bodyPr/>
        <a:lstStyle/>
        <a:p>
          <a:r>
            <a:rPr lang="en-US" b="1"/>
            <a:t>Function:</a:t>
          </a:r>
          <a:r>
            <a:rPr lang="en-US"/>
            <a:t> It allows users to create, delete, and update data without needing to know the complex technical details of how the data is stored.</a:t>
          </a:r>
        </a:p>
      </dgm:t>
    </dgm:pt>
    <dgm:pt modelId="{71114798-CB6D-457C-AFA6-44A359F8C1AC}" type="parTrans" cxnId="{C96285C2-D04F-4241-A822-4A989BA9FE53}">
      <dgm:prSet/>
      <dgm:spPr/>
      <dgm:t>
        <a:bodyPr/>
        <a:lstStyle/>
        <a:p>
          <a:endParaRPr lang="en-US"/>
        </a:p>
      </dgm:t>
    </dgm:pt>
    <dgm:pt modelId="{BE129406-8832-4519-897D-43921C72D490}" type="sibTrans" cxnId="{C96285C2-D04F-4241-A822-4A989BA9FE53}">
      <dgm:prSet/>
      <dgm:spPr/>
      <dgm:t>
        <a:bodyPr/>
        <a:lstStyle/>
        <a:p>
          <a:endParaRPr lang="en-US"/>
        </a:p>
      </dgm:t>
    </dgm:pt>
    <dgm:pt modelId="{ADCC6A2A-E0D6-4139-BEDC-1891208F7C65}">
      <dgm:prSet/>
      <dgm:spPr/>
      <dgm:t>
        <a:bodyPr/>
        <a:lstStyle/>
        <a:p>
          <a:r>
            <a:rPr lang="en-US" b="1"/>
            <a:t>Key Role:</a:t>
          </a:r>
          <a:r>
            <a:rPr lang="en-US"/>
            <a:t> It ensures that data is consistent, secure, and easily accessible.</a:t>
          </a:r>
        </a:p>
      </dgm:t>
    </dgm:pt>
    <dgm:pt modelId="{8E61E80F-9DB4-4996-A9C6-A22C9BD9297F}" type="parTrans" cxnId="{BBED1474-E8FC-42CB-B44D-D49A163EB9B2}">
      <dgm:prSet/>
      <dgm:spPr/>
      <dgm:t>
        <a:bodyPr/>
        <a:lstStyle/>
        <a:p>
          <a:endParaRPr lang="en-US"/>
        </a:p>
      </dgm:t>
    </dgm:pt>
    <dgm:pt modelId="{E9794476-A491-4545-9FC0-97E8337F0DB1}" type="sibTrans" cxnId="{BBED1474-E8FC-42CB-B44D-D49A163EB9B2}">
      <dgm:prSet/>
      <dgm:spPr/>
      <dgm:t>
        <a:bodyPr/>
        <a:lstStyle/>
        <a:p>
          <a:endParaRPr lang="en-US"/>
        </a:p>
      </dgm:t>
    </dgm:pt>
    <dgm:pt modelId="{0F380CB5-F7EE-4CD2-9D95-92FB744E27D4}" type="pres">
      <dgm:prSet presAssocID="{C7FCF876-15CB-4846-AE8B-2F77F2FBF26D}" presName="matrix" presStyleCnt="0">
        <dgm:presLayoutVars>
          <dgm:chMax val="1"/>
          <dgm:dir/>
          <dgm:resizeHandles val="exact"/>
        </dgm:presLayoutVars>
      </dgm:prSet>
      <dgm:spPr/>
    </dgm:pt>
    <dgm:pt modelId="{9EBEBC2B-4801-43E9-AC6F-10579D7D2E6B}" type="pres">
      <dgm:prSet presAssocID="{C7FCF876-15CB-4846-AE8B-2F77F2FBF26D}" presName="diamond" presStyleLbl="bgShp" presStyleIdx="0" presStyleCnt="1"/>
      <dgm:spPr/>
    </dgm:pt>
    <dgm:pt modelId="{19CD4BCF-4A38-4226-814E-3AE4F610E180}" type="pres">
      <dgm:prSet presAssocID="{C7FCF876-15CB-4846-AE8B-2F77F2FBF26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F27384F-7672-43A2-9B48-E3F59A1CAC4E}" type="pres">
      <dgm:prSet presAssocID="{C7FCF876-15CB-4846-AE8B-2F77F2FBF26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AD9E169-35B2-4D44-8CD4-E15F7A1B3BBE}" type="pres">
      <dgm:prSet presAssocID="{C7FCF876-15CB-4846-AE8B-2F77F2FBF26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896E3E3-D14C-4890-B9E8-8842AF72033C}" type="pres">
      <dgm:prSet presAssocID="{C7FCF876-15CB-4846-AE8B-2F77F2FBF26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7563F4F-5973-4A9E-BBEE-4A8A3F6FCE12}" type="presOf" srcId="{93B6F7EA-931F-425D-9C13-3EEDD75EA708}" destId="{2F27384F-7672-43A2-9B48-E3F59A1CAC4E}" srcOrd="0" destOrd="0" presId="urn:microsoft.com/office/officeart/2005/8/layout/matrix3"/>
    <dgm:cxn modelId="{CBB2446F-4C66-4C91-9C41-94262976297B}" srcId="{C7FCF876-15CB-4846-AE8B-2F77F2FBF26D}" destId="{93B6F7EA-931F-425D-9C13-3EEDD75EA708}" srcOrd="1" destOrd="0" parTransId="{CF68CD57-319E-4DBA-8029-828E3CAE41C1}" sibTransId="{4EDFC7A2-8B0B-4367-AE13-775BF1816BEB}"/>
    <dgm:cxn modelId="{BBED1474-E8FC-42CB-B44D-D49A163EB9B2}" srcId="{C7FCF876-15CB-4846-AE8B-2F77F2FBF26D}" destId="{ADCC6A2A-E0D6-4139-BEDC-1891208F7C65}" srcOrd="3" destOrd="0" parTransId="{8E61E80F-9DB4-4996-A9C6-A22C9BD9297F}" sibTransId="{E9794476-A491-4545-9FC0-97E8337F0DB1}"/>
    <dgm:cxn modelId="{94E0A398-0259-46BF-905D-836104124355}" type="presOf" srcId="{DD1F4863-77BC-441F-AC9B-FC20C52C7486}" destId="{AAD9E169-35B2-4D44-8CD4-E15F7A1B3BBE}" srcOrd="0" destOrd="0" presId="urn:microsoft.com/office/officeart/2005/8/layout/matrix3"/>
    <dgm:cxn modelId="{12D0AAA0-653D-4500-A451-597B8D5EF036}" type="presOf" srcId="{702ED66D-4F67-4AAC-B426-BA086537010A}" destId="{19CD4BCF-4A38-4226-814E-3AE4F610E180}" srcOrd="0" destOrd="0" presId="urn:microsoft.com/office/officeart/2005/8/layout/matrix3"/>
    <dgm:cxn modelId="{A51945AF-997F-4BA9-8AF6-A0C167A9C076}" srcId="{C7FCF876-15CB-4846-AE8B-2F77F2FBF26D}" destId="{702ED66D-4F67-4AAC-B426-BA086537010A}" srcOrd="0" destOrd="0" parTransId="{7F91C4B5-E41D-4CE4-A809-75F2C25DA7FD}" sibTransId="{DDF6DEE0-8E44-48F0-9D57-98F3ED38AE74}"/>
    <dgm:cxn modelId="{328505B1-77F1-4B1F-AEF3-0A938BB63902}" type="presOf" srcId="{ADCC6A2A-E0D6-4139-BEDC-1891208F7C65}" destId="{2896E3E3-D14C-4890-B9E8-8842AF72033C}" srcOrd="0" destOrd="0" presId="urn:microsoft.com/office/officeart/2005/8/layout/matrix3"/>
    <dgm:cxn modelId="{C96285C2-D04F-4241-A822-4A989BA9FE53}" srcId="{C7FCF876-15CB-4846-AE8B-2F77F2FBF26D}" destId="{DD1F4863-77BC-441F-AC9B-FC20C52C7486}" srcOrd="2" destOrd="0" parTransId="{71114798-CB6D-457C-AFA6-44A359F8C1AC}" sibTransId="{BE129406-8832-4519-897D-43921C72D490}"/>
    <dgm:cxn modelId="{AC3B77DA-B78B-460A-8199-2C4AEEC41540}" type="presOf" srcId="{C7FCF876-15CB-4846-AE8B-2F77F2FBF26D}" destId="{0F380CB5-F7EE-4CD2-9D95-92FB744E27D4}" srcOrd="0" destOrd="0" presId="urn:microsoft.com/office/officeart/2005/8/layout/matrix3"/>
    <dgm:cxn modelId="{4EB7A998-DF6E-4F6A-84DD-60E7865FA885}" type="presParOf" srcId="{0F380CB5-F7EE-4CD2-9D95-92FB744E27D4}" destId="{9EBEBC2B-4801-43E9-AC6F-10579D7D2E6B}" srcOrd="0" destOrd="0" presId="urn:microsoft.com/office/officeart/2005/8/layout/matrix3"/>
    <dgm:cxn modelId="{3F0B7403-2649-486C-AA3A-23BA2CA9C764}" type="presParOf" srcId="{0F380CB5-F7EE-4CD2-9D95-92FB744E27D4}" destId="{19CD4BCF-4A38-4226-814E-3AE4F610E180}" srcOrd="1" destOrd="0" presId="urn:microsoft.com/office/officeart/2005/8/layout/matrix3"/>
    <dgm:cxn modelId="{8B851866-663F-49CF-AFE8-5C30E2D3F28B}" type="presParOf" srcId="{0F380CB5-F7EE-4CD2-9D95-92FB744E27D4}" destId="{2F27384F-7672-43A2-9B48-E3F59A1CAC4E}" srcOrd="2" destOrd="0" presId="urn:microsoft.com/office/officeart/2005/8/layout/matrix3"/>
    <dgm:cxn modelId="{C8D77FEE-9CEA-4F4C-A852-E7F67FBE2145}" type="presParOf" srcId="{0F380CB5-F7EE-4CD2-9D95-92FB744E27D4}" destId="{AAD9E169-35B2-4D44-8CD4-E15F7A1B3BBE}" srcOrd="3" destOrd="0" presId="urn:microsoft.com/office/officeart/2005/8/layout/matrix3"/>
    <dgm:cxn modelId="{8CCE87B4-55AE-4BE3-BE6A-BD287CC546E0}" type="presParOf" srcId="{0F380CB5-F7EE-4CD2-9D95-92FB744E27D4}" destId="{2896E3E3-D14C-4890-B9E8-8842AF72033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6994DF-A965-4D70-98BD-1E170F3B4A9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FCDD756-5D88-4283-8195-5E7A8340D229}">
      <dgm:prSet/>
      <dgm:spPr/>
      <dgm:t>
        <a:bodyPr/>
        <a:lstStyle/>
        <a:p>
          <a:r>
            <a:rPr lang="en-US" b="1" dirty="0"/>
            <a:t>Data Integrity:</a:t>
          </a:r>
          <a:r>
            <a:rPr lang="en-US" dirty="0"/>
            <a:t> Ensures data follows specific rules (e.g., a phone number must be digits).</a:t>
          </a:r>
        </a:p>
      </dgm:t>
    </dgm:pt>
    <dgm:pt modelId="{A90AF54C-329D-4629-91AB-7D75E317CF3C}" type="parTrans" cxnId="{28DEB292-FA55-486D-98F4-DF7BF559E96D}">
      <dgm:prSet/>
      <dgm:spPr/>
      <dgm:t>
        <a:bodyPr/>
        <a:lstStyle/>
        <a:p>
          <a:endParaRPr lang="en-US"/>
        </a:p>
      </dgm:t>
    </dgm:pt>
    <dgm:pt modelId="{E13C3287-2CBB-456F-8101-C02B97AB2E0E}" type="sibTrans" cxnId="{28DEB292-FA55-486D-98F4-DF7BF559E96D}">
      <dgm:prSet/>
      <dgm:spPr/>
      <dgm:t>
        <a:bodyPr/>
        <a:lstStyle/>
        <a:p>
          <a:endParaRPr lang="en-US"/>
        </a:p>
      </dgm:t>
    </dgm:pt>
    <dgm:pt modelId="{270F33E2-0335-4376-83FA-A1A64CABE8C2}">
      <dgm:prSet/>
      <dgm:spPr/>
      <dgm:t>
        <a:bodyPr/>
        <a:lstStyle/>
        <a:p>
          <a:r>
            <a:rPr lang="en-US" b="1"/>
            <a:t>Concurrency:</a:t>
          </a:r>
          <a:r>
            <a:rPr lang="en-US"/>
            <a:t> Multiple users can access the data at the same time without errors.</a:t>
          </a:r>
        </a:p>
      </dgm:t>
    </dgm:pt>
    <dgm:pt modelId="{25EF784F-7A78-4A1C-9C00-60ACCE6DA906}" type="parTrans" cxnId="{33C95765-92BB-49E1-B3AC-463AC4594C4B}">
      <dgm:prSet/>
      <dgm:spPr/>
      <dgm:t>
        <a:bodyPr/>
        <a:lstStyle/>
        <a:p>
          <a:endParaRPr lang="en-US"/>
        </a:p>
      </dgm:t>
    </dgm:pt>
    <dgm:pt modelId="{56530509-2922-4740-9BC8-A9109ED10778}" type="sibTrans" cxnId="{33C95765-92BB-49E1-B3AC-463AC4594C4B}">
      <dgm:prSet/>
      <dgm:spPr/>
      <dgm:t>
        <a:bodyPr/>
        <a:lstStyle/>
        <a:p>
          <a:endParaRPr lang="en-US"/>
        </a:p>
      </dgm:t>
    </dgm:pt>
    <dgm:pt modelId="{D1DDAEAA-3232-42E7-8DCA-78D81505EE45}">
      <dgm:prSet/>
      <dgm:spPr/>
      <dgm:t>
        <a:bodyPr/>
        <a:lstStyle/>
        <a:p>
          <a:r>
            <a:rPr lang="en-US" b="1"/>
            <a:t>Backup and Recovery:</a:t>
          </a:r>
          <a:r>
            <a:rPr lang="en-US"/>
            <a:t> Automatically saves copies of data to prevent loss.</a:t>
          </a:r>
        </a:p>
      </dgm:t>
    </dgm:pt>
    <dgm:pt modelId="{C2FB7AB4-779B-4AE0-A284-BD829868353B}" type="parTrans" cxnId="{BD4E37F5-7262-47B7-ACE9-0987A3FE50AB}">
      <dgm:prSet/>
      <dgm:spPr/>
      <dgm:t>
        <a:bodyPr/>
        <a:lstStyle/>
        <a:p>
          <a:endParaRPr lang="en-US"/>
        </a:p>
      </dgm:t>
    </dgm:pt>
    <dgm:pt modelId="{C149D7B2-5C7C-4D86-97F7-F2D57951CBCB}" type="sibTrans" cxnId="{BD4E37F5-7262-47B7-ACE9-0987A3FE50AB}">
      <dgm:prSet/>
      <dgm:spPr/>
      <dgm:t>
        <a:bodyPr/>
        <a:lstStyle/>
        <a:p>
          <a:endParaRPr lang="en-US"/>
        </a:p>
      </dgm:t>
    </dgm:pt>
    <dgm:pt modelId="{B27EC232-28FC-4630-AE3F-BDA2A1D47D49}">
      <dgm:prSet/>
      <dgm:spPr/>
      <dgm:t>
        <a:bodyPr/>
        <a:lstStyle/>
        <a:p>
          <a:r>
            <a:rPr lang="en-US" b="1"/>
            <a:t>Security:</a:t>
          </a:r>
          <a:r>
            <a:rPr lang="en-US"/>
            <a:t> Controls who can see or change specific parts of the data.</a:t>
          </a:r>
        </a:p>
      </dgm:t>
    </dgm:pt>
    <dgm:pt modelId="{208EE182-9854-4049-855C-F1A121CFAE62}" type="parTrans" cxnId="{33E2D031-1687-4C54-AEB3-5435ABBE4FD3}">
      <dgm:prSet/>
      <dgm:spPr/>
      <dgm:t>
        <a:bodyPr/>
        <a:lstStyle/>
        <a:p>
          <a:endParaRPr lang="en-US"/>
        </a:p>
      </dgm:t>
    </dgm:pt>
    <dgm:pt modelId="{4E34AEE1-AE75-427D-A2CD-4EA395972C5B}" type="sibTrans" cxnId="{33E2D031-1687-4C54-AEB3-5435ABBE4FD3}">
      <dgm:prSet/>
      <dgm:spPr/>
      <dgm:t>
        <a:bodyPr/>
        <a:lstStyle/>
        <a:p>
          <a:endParaRPr lang="en-US"/>
        </a:p>
      </dgm:t>
    </dgm:pt>
    <dgm:pt modelId="{DCCCFC2B-E026-40AB-9C3F-EA915427449A}" type="pres">
      <dgm:prSet presAssocID="{AD6994DF-A965-4D70-98BD-1E170F3B4A9E}" presName="linear" presStyleCnt="0">
        <dgm:presLayoutVars>
          <dgm:animLvl val="lvl"/>
          <dgm:resizeHandles val="exact"/>
        </dgm:presLayoutVars>
      </dgm:prSet>
      <dgm:spPr/>
    </dgm:pt>
    <dgm:pt modelId="{25FC7551-C46E-4087-98B1-B3CCF59AE686}" type="pres">
      <dgm:prSet presAssocID="{9FCDD756-5D88-4283-8195-5E7A8340D2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DEC079-7C4A-4072-A90B-B78A409B48BB}" type="pres">
      <dgm:prSet presAssocID="{E13C3287-2CBB-456F-8101-C02B97AB2E0E}" presName="spacer" presStyleCnt="0"/>
      <dgm:spPr/>
    </dgm:pt>
    <dgm:pt modelId="{C577C381-041C-45E9-AB0B-B3155CB6D300}" type="pres">
      <dgm:prSet presAssocID="{270F33E2-0335-4376-83FA-A1A64CABE8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DAAD265-442D-4540-ABC4-5E5439155B17}" type="pres">
      <dgm:prSet presAssocID="{56530509-2922-4740-9BC8-A9109ED10778}" presName="spacer" presStyleCnt="0"/>
      <dgm:spPr/>
    </dgm:pt>
    <dgm:pt modelId="{BDB7C475-BB79-4B92-9B78-02E2B55D8B4F}" type="pres">
      <dgm:prSet presAssocID="{D1DDAEAA-3232-42E7-8DCA-78D81505EE4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5365E77-F9CB-4946-82ED-3479A3FCFE3C}" type="pres">
      <dgm:prSet presAssocID="{C149D7B2-5C7C-4D86-97F7-F2D57951CBCB}" presName="spacer" presStyleCnt="0"/>
      <dgm:spPr/>
    </dgm:pt>
    <dgm:pt modelId="{DC68CB06-E9C2-4898-9945-3DAA53DBC3B7}" type="pres">
      <dgm:prSet presAssocID="{B27EC232-28FC-4630-AE3F-BDA2A1D47D4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782620A-7755-4DF1-AB30-CC7D191AC762}" type="presOf" srcId="{B27EC232-28FC-4630-AE3F-BDA2A1D47D49}" destId="{DC68CB06-E9C2-4898-9945-3DAA53DBC3B7}" srcOrd="0" destOrd="0" presId="urn:microsoft.com/office/officeart/2005/8/layout/vList2"/>
    <dgm:cxn modelId="{33E2D031-1687-4C54-AEB3-5435ABBE4FD3}" srcId="{AD6994DF-A965-4D70-98BD-1E170F3B4A9E}" destId="{B27EC232-28FC-4630-AE3F-BDA2A1D47D49}" srcOrd="3" destOrd="0" parTransId="{208EE182-9854-4049-855C-F1A121CFAE62}" sibTransId="{4E34AEE1-AE75-427D-A2CD-4EA395972C5B}"/>
    <dgm:cxn modelId="{0CC9235F-E370-46EB-89AE-3BC9066BD623}" type="presOf" srcId="{D1DDAEAA-3232-42E7-8DCA-78D81505EE45}" destId="{BDB7C475-BB79-4B92-9B78-02E2B55D8B4F}" srcOrd="0" destOrd="0" presId="urn:microsoft.com/office/officeart/2005/8/layout/vList2"/>
    <dgm:cxn modelId="{33C95765-92BB-49E1-B3AC-463AC4594C4B}" srcId="{AD6994DF-A965-4D70-98BD-1E170F3B4A9E}" destId="{270F33E2-0335-4376-83FA-A1A64CABE8C2}" srcOrd="1" destOrd="0" parTransId="{25EF784F-7A78-4A1C-9C00-60ACCE6DA906}" sibTransId="{56530509-2922-4740-9BC8-A9109ED10778}"/>
    <dgm:cxn modelId="{14093559-FFC0-4515-AFE9-6AF6F6B87A17}" type="presOf" srcId="{270F33E2-0335-4376-83FA-A1A64CABE8C2}" destId="{C577C381-041C-45E9-AB0B-B3155CB6D300}" srcOrd="0" destOrd="0" presId="urn:microsoft.com/office/officeart/2005/8/layout/vList2"/>
    <dgm:cxn modelId="{40383782-1244-401E-BF33-4E0AB76DA84B}" type="presOf" srcId="{9FCDD756-5D88-4283-8195-5E7A8340D229}" destId="{25FC7551-C46E-4087-98B1-B3CCF59AE686}" srcOrd="0" destOrd="0" presId="urn:microsoft.com/office/officeart/2005/8/layout/vList2"/>
    <dgm:cxn modelId="{28DEB292-FA55-486D-98F4-DF7BF559E96D}" srcId="{AD6994DF-A965-4D70-98BD-1E170F3B4A9E}" destId="{9FCDD756-5D88-4283-8195-5E7A8340D229}" srcOrd="0" destOrd="0" parTransId="{A90AF54C-329D-4629-91AB-7D75E317CF3C}" sibTransId="{E13C3287-2CBB-456F-8101-C02B97AB2E0E}"/>
    <dgm:cxn modelId="{A9998ADC-3507-444F-A815-C6221787DA8C}" type="presOf" srcId="{AD6994DF-A965-4D70-98BD-1E170F3B4A9E}" destId="{DCCCFC2B-E026-40AB-9C3F-EA915427449A}" srcOrd="0" destOrd="0" presId="urn:microsoft.com/office/officeart/2005/8/layout/vList2"/>
    <dgm:cxn modelId="{BD4E37F5-7262-47B7-ACE9-0987A3FE50AB}" srcId="{AD6994DF-A965-4D70-98BD-1E170F3B4A9E}" destId="{D1DDAEAA-3232-42E7-8DCA-78D81505EE45}" srcOrd="2" destOrd="0" parTransId="{C2FB7AB4-779B-4AE0-A284-BD829868353B}" sibTransId="{C149D7B2-5C7C-4D86-97F7-F2D57951CBCB}"/>
    <dgm:cxn modelId="{C9505C0B-088C-43C0-9E90-EC54BA7916AE}" type="presParOf" srcId="{DCCCFC2B-E026-40AB-9C3F-EA915427449A}" destId="{25FC7551-C46E-4087-98B1-B3CCF59AE686}" srcOrd="0" destOrd="0" presId="urn:microsoft.com/office/officeart/2005/8/layout/vList2"/>
    <dgm:cxn modelId="{10F965E6-04C3-4066-8F05-CFDE07647323}" type="presParOf" srcId="{DCCCFC2B-E026-40AB-9C3F-EA915427449A}" destId="{01DEC079-7C4A-4072-A90B-B78A409B48BB}" srcOrd="1" destOrd="0" presId="urn:microsoft.com/office/officeart/2005/8/layout/vList2"/>
    <dgm:cxn modelId="{C5DFC113-7AFA-4778-BEF2-3BE305F0027A}" type="presParOf" srcId="{DCCCFC2B-E026-40AB-9C3F-EA915427449A}" destId="{C577C381-041C-45E9-AB0B-B3155CB6D300}" srcOrd="2" destOrd="0" presId="urn:microsoft.com/office/officeart/2005/8/layout/vList2"/>
    <dgm:cxn modelId="{C400C2ED-651B-4030-945E-D2D431E1D089}" type="presParOf" srcId="{DCCCFC2B-E026-40AB-9C3F-EA915427449A}" destId="{7DAAD265-442D-4540-ABC4-5E5439155B17}" srcOrd="3" destOrd="0" presId="urn:microsoft.com/office/officeart/2005/8/layout/vList2"/>
    <dgm:cxn modelId="{B1DB4376-AED4-4CBA-B088-4B4AA0CACFEB}" type="presParOf" srcId="{DCCCFC2B-E026-40AB-9C3F-EA915427449A}" destId="{BDB7C475-BB79-4B92-9B78-02E2B55D8B4F}" srcOrd="4" destOrd="0" presId="urn:microsoft.com/office/officeart/2005/8/layout/vList2"/>
    <dgm:cxn modelId="{12AD7DF9-B61F-4F62-90DB-92C9ADC41CD1}" type="presParOf" srcId="{DCCCFC2B-E026-40AB-9C3F-EA915427449A}" destId="{25365E77-F9CB-4946-82ED-3479A3FCFE3C}" srcOrd="5" destOrd="0" presId="urn:microsoft.com/office/officeart/2005/8/layout/vList2"/>
    <dgm:cxn modelId="{6AABACF2-3CA5-4210-A4BD-FEA32C8F2ECC}" type="presParOf" srcId="{DCCCFC2B-E026-40AB-9C3F-EA915427449A}" destId="{DC68CB06-E9C2-4898-9945-3DAA53DBC3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CCD26A-7106-4483-A2C7-69144AA8EE2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E0A4C60-2410-41DA-BCF9-27E1DA88DB70}">
      <dgm:prSet/>
      <dgm:spPr/>
      <dgm:t>
        <a:bodyPr/>
        <a:lstStyle/>
        <a:p>
          <a:r>
            <a:rPr lang="en-US" b="1"/>
            <a:t>Common Use Cases</a:t>
          </a:r>
          <a:endParaRPr lang="en-US"/>
        </a:p>
      </dgm:t>
    </dgm:pt>
    <dgm:pt modelId="{A8E3FD75-684A-4B93-892A-86AB42881E50}" type="parTrans" cxnId="{479A0E99-4FF7-40BF-B062-2C67B1F5F790}">
      <dgm:prSet/>
      <dgm:spPr/>
      <dgm:t>
        <a:bodyPr/>
        <a:lstStyle/>
        <a:p>
          <a:endParaRPr lang="en-US"/>
        </a:p>
      </dgm:t>
    </dgm:pt>
    <dgm:pt modelId="{E9DD374F-98CA-445A-88B3-8E35F62DCC28}" type="sibTrans" cxnId="{479A0E99-4FF7-40BF-B062-2C67B1F5F790}">
      <dgm:prSet/>
      <dgm:spPr/>
      <dgm:t>
        <a:bodyPr/>
        <a:lstStyle/>
        <a:p>
          <a:endParaRPr lang="en-US"/>
        </a:p>
      </dgm:t>
    </dgm:pt>
    <dgm:pt modelId="{A7E8A356-2DFE-4E9B-9354-676C3EB9A258}">
      <dgm:prSet/>
      <dgm:spPr/>
      <dgm:t>
        <a:bodyPr/>
        <a:lstStyle/>
        <a:p>
          <a:r>
            <a:rPr lang="en-US" b="1"/>
            <a:t>Data Retrieval:</a:t>
          </a:r>
          <a:r>
            <a:rPr lang="en-US"/>
            <a:t> "Show me all customers who spent more than $500 last month."</a:t>
          </a:r>
        </a:p>
      </dgm:t>
    </dgm:pt>
    <dgm:pt modelId="{06EFC82F-E58F-48CC-B234-322621ED45CB}" type="parTrans" cxnId="{C8ECF026-0172-49CB-A3A8-46D566EDE51C}">
      <dgm:prSet/>
      <dgm:spPr/>
      <dgm:t>
        <a:bodyPr/>
        <a:lstStyle/>
        <a:p>
          <a:endParaRPr lang="en-US"/>
        </a:p>
      </dgm:t>
    </dgm:pt>
    <dgm:pt modelId="{E0AA8811-7F1E-459E-9BCA-7CFE4363EA62}" type="sibTrans" cxnId="{C8ECF026-0172-49CB-A3A8-46D566EDE51C}">
      <dgm:prSet/>
      <dgm:spPr/>
      <dgm:t>
        <a:bodyPr/>
        <a:lstStyle/>
        <a:p>
          <a:endParaRPr lang="en-US"/>
        </a:p>
      </dgm:t>
    </dgm:pt>
    <dgm:pt modelId="{0E9698AA-CE16-49E9-B7E6-3564E0CEEFA8}">
      <dgm:prSet/>
      <dgm:spPr/>
      <dgm:t>
        <a:bodyPr/>
        <a:lstStyle/>
        <a:p>
          <a:r>
            <a:rPr lang="en-US" b="1"/>
            <a:t>Data Entry:</a:t>
          </a:r>
          <a:r>
            <a:rPr lang="en-US"/>
            <a:t> "Add a new product to the inventory list."</a:t>
          </a:r>
        </a:p>
      </dgm:t>
    </dgm:pt>
    <dgm:pt modelId="{5B81DECF-79E2-407A-8EBA-E634D0F04595}" type="parTrans" cxnId="{AC3898D1-97D0-4751-8264-6C9FEF99D255}">
      <dgm:prSet/>
      <dgm:spPr/>
      <dgm:t>
        <a:bodyPr/>
        <a:lstStyle/>
        <a:p>
          <a:endParaRPr lang="en-US"/>
        </a:p>
      </dgm:t>
    </dgm:pt>
    <dgm:pt modelId="{22F324DA-8C17-4D34-8E95-6FBDFE6CCF37}" type="sibTrans" cxnId="{AC3898D1-97D0-4751-8264-6C9FEF99D255}">
      <dgm:prSet/>
      <dgm:spPr/>
      <dgm:t>
        <a:bodyPr/>
        <a:lstStyle/>
        <a:p>
          <a:endParaRPr lang="en-US"/>
        </a:p>
      </dgm:t>
    </dgm:pt>
    <dgm:pt modelId="{BA318AF3-DEBF-4EEF-93DF-3ED48B2D89F1}">
      <dgm:prSet/>
      <dgm:spPr/>
      <dgm:t>
        <a:bodyPr/>
        <a:lstStyle/>
        <a:p>
          <a:r>
            <a:rPr lang="en-US" b="1"/>
            <a:t>Data Updates:</a:t>
          </a:r>
          <a:r>
            <a:rPr lang="en-US"/>
            <a:t> "Change the price of Item X because it is on sale."</a:t>
          </a:r>
        </a:p>
      </dgm:t>
    </dgm:pt>
    <dgm:pt modelId="{48C07E21-1560-4C97-81F5-C71B00C66228}" type="parTrans" cxnId="{E8E45B03-7163-428C-B22E-8033F76FF10E}">
      <dgm:prSet/>
      <dgm:spPr/>
      <dgm:t>
        <a:bodyPr/>
        <a:lstStyle/>
        <a:p>
          <a:endParaRPr lang="en-US"/>
        </a:p>
      </dgm:t>
    </dgm:pt>
    <dgm:pt modelId="{70BCDB96-1E8B-46A4-8804-E23F8E42C182}" type="sibTrans" cxnId="{E8E45B03-7163-428C-B22E-8033F76FF10E}">
      <dgm:prSet/>
      <dgm:spPr/>
      <dgm:t>
        <a:bodyPr/>
        <a:lstStyle/>
        <a:p>
          <a:endParaRPr lang="en-US"/>
        </a:p>
      </dgm:t>
    </dgm:pt>
    <dgm:pt modelId="{0093E46E-9AAF-4D76-959B-E704D95639C4}">
      <dgm:prSet/>
      <dgm:spPr/>
      <dgm:t>
        <a:bodyPr/>
        <a:lstStyle/>
        <a:p>
          <a:r>
            <a:rPr lang="en-US" b="1"/>
            <a:t>Data Deletion:</a:t>
          </a:r>
          <a:r>
            <a:rPr lang="en-US"/>
            <a:t> "Remove users who haven't logged in for 5 years."</a:t>
          </a:r>
        </a:p>
      </dgm:t>
    </dgm:pt>
    <dgm:pt modelId="{3E51628C-E42E-4EA8-AD7F-9A8E9AD40CB2}" type="parTrans" cxnId="{CBC26E03-09DD-4D3E-AB63-43E8165FCC13}">
      <dgm:prSet/>
      <dgm:spPr/>
      <dgm:t>
        <a:bodyPr/>
        <a:lstStyle/>
        <a:p>
          <a:endParaRPr lang="en-US"/>
        </a:p>
      </dgm:t>
    </dgm:pt>
    <dgm:pt modelId="{01F8F19B-1024-4551-83C5-E037B109232A}" type="sibTrans" cxnId="{CBC26E03-09DD-4D3E-AB63-43E8165FCC13}">
      <dgm:prSet/>
      <dgm:spPr/>
      <dgm:t>
        <a:bodyPr/>
        <a:lstStyle/>
        <a:p>
          <a:endParaRPr lang="en-US"/>
        </a:p>
      </dgm:t>
    </dgm:pt>
    <dgm:pt modelId="{88F43BD1-C3B8-49F6-B885-41F7FB1B9E6C}" type="pres">
      <dgm:prSet presAssocID="{84CCD26A-7106-4483-A2C7-69144AA8EE27}" presName="Name0" presStyleCnt="0">
        <dgm:presLayoutVars>
          <dgm:dir/>
          <dgm:resizeHandles val="exact"/>
        </dgm:presLayoutVars>
      </dgm:prSet>
      <dgm:spPr/>
    </dgm:pt>
    <dgm:pt modelId="{E925A2AF-B2A4-4C5C-AA8B-E5DA97F0D1B6}" type="pres">
      <dgm:prSet presAssocID="{1E0A4C60-2410-41DA-BCF9-27E1DA88DB70}" presName="node" presStyleLbl="node1" presStyleIdx="0" presStyleCnt="5">
        <dgm:presLayoutVars>
          <dgm:bulletEnabled val="1"/>
        </dgm:presLayoutVars>
      </dgm:prSet>
      <dgm:spPr/>
    </dgm:pt>
    <dgm:pt modelId="{ACF8BAD2-69D6-46B3-BF7C-5765EDEE39F5}" type="pres">
      <dgm:prSet presAssocID="{E9DD374F-98CA-445A-88B3-8E35F62DCC28}" presName="sibTrans" presStyleLbl="sibTrans1D1" presStyleIdx="0" presStyleCnt="4"/>
      <dgm:spPr/>
    </dgm:pt>
    <dgm:pt modelId="{61D8BB44-0819-473C-A258-03417D476A3B}" type="pres">
      <dgm:prSet presAssocID="{E9DD374F-98CA-445A-88B3-8E35F62DCC28}" presName="connectorText" presStyleLbl="sibTrans1D1" presStyleIdx="0" presStyleCnt="4"/>
      <dgm:spPr/>
    </dgm:pt>
    <dgm:pt modelId="{1E2E32BE-5C26-4ACA-86BF-EE6800BFEC68}" type="pres">
      <dgm:prSet presAssocID="{A7E8A356-2DFE-4E9B-9354-676C3EB9A258}" presName="node" presStyleLbl="node1" presStyleIdx="1" presStyleCnt="5">
        <dgm:presLayoutVars>
          <dgm:bulletEnabled val="1"/>
        </dgm:presLayoutVars>
      </dgm:prSet>
      <dgm:spPr/>
    </dgm:pt>
    <dgm:pt modelId="{8D51B1E4-9493-4641-9E4D-779822A69886}" type="pres">
      <dgm:prSet presAssocID="{E0AA8811-7F1E-459E-9BCA-7CFE4363EA62}" presName="sibTrans" presStyleLbl="sibTrans1D1" presStyleIdx="1" presStyleCnt="4"/>
      <dgm:spPr/>
    </dgm:pt>
    <dgm:pt modelId="{E50A6A61-1AA4-4414-B0C8-5B8ABE557C8F}" type="pres">
      <dgm:prSet presAssocID="{E0AA8811-7F1E-459E-9BCA-7CFE4363EA62}" presName="connectorText" presStyleLbl="sibTrans1D1" presStyleIdx="1" presStyleCnt="4"/>
      <dgm:spPr/>
    </dgm:pt>
    <dgm:pt modelId="{633518C1-4220-4C48-B212-534B9D5FACFC}" type="pres">
      <dgm:prSet presAssocID="{0E9698AA-CE16-49E9-B7E6-3564E0CEEFA8}" presName="node" presStyleLbl="node1" presStyleIdx="2" presStyleCnt="5">
        <dgm:presLayoutVars>
          <dgm:bulletEnabled val="1"/>
        </dgm:presLayoutVars>
      </dgm:prSet>
      <dgm:spPr/>
    </dgm:pt>
    <dgm:pt modelId="{B75DB8C7-EEB6-4691-A2AD-90E46722A187}" type="pres">
      <dgm:prSet presAssocID="{22F324DA-8C17-4D34-8E95-6FBDFE6CCF37}" presName="sibTrans" presStyleLbl="sibTrans1D1" presStyleIdx="2" presStyleCnt="4"/>
      <dgm:spPr/>
    </dgm:pt>
    <dgm:pt modelId="{8A51E7F7-A52C-46BE-B203-E56A63E1762A}" type="pres">
      <dgm:prSet presAssocID="{22F324DA-8C17-4D34-8E95-6FBDFE6CCF37}" presName="connectorText" presStyleLbl="sibTrans1D1" presStyleIdx="2" presStyleCnt="4"/>
      <dgm:spPr/>
    </dgm:pt>
    <dgm:pt modelId="{88436527-19D0-41D3-90F9-099A1108C2B6}" type="pres">
      <dgm:prSet presAssocID="{BA318AF3-DEBF-4EEF-93DF-3ED48B2D89F1}" presName="node" presStyleLbl="node1" presStyleIdx="3" presStyleCnt="5">
        <dgm:presLayoutVars>
          <dgm:bulletEnabled val="1"/>
        </dgm:presLayoutVars>
      </dgm:prSet>
      <dgm:spPr/>
    </dgm:pt>
    <dgm:pt modelId="{324FA7BB-D585-49B7-8480-6536D2F77805}" type="pres">
      <dgm:prSet presAssocID="{70BCDB96-1E8B-46A4-8804-E23F8E42C182}" presName="sibTrans" presStyleLbl="sibTrans1D1" presStyleIdx="3" presStyleCnt="4"/>
      <dgm:spPr/>
    </dgm:pt>
    <dgm:pt modelId="{8B9AB44E-132E-424E-B16F-C6113E46762F}" type="pres">
      <dgm:prSet presAssocID="{70BCDB96-1E8B-46A4-8804-E23F8E42C182}" presName="connectorText" presStyleLbl="sibTrans1D1" presStyleIdx="3" presStyleCnt="4"/>
      <dgm:spPr/>
    </dgm:pt>
    <dgm:pt modelId="{DAC2B34C-085E-4A06-A598-004125D4A07C}" type="pres">
      <dgm:prSet presAssocID="{0093E46E-9AAF-4D76-959B-E704D95639C4}" presName="node" presStyleLbl="node1" presStyleIdx="4" presStyleCnt="5">
        <dgm:presLayoutVars>
          <dgm:bulletEnabled val="1"/>
        </dgm:presLayoutVars>
      </dgm:prSet>
      <dgm:spPr/>
    </dgm:pt>
  </dgm:ptLst>
  <dgm:cxnLst>
    <dgm:cxn modelId="{E8E45B03-7163-428C-B22E-8033F76FF10E}" srcId="{84CCD26A-7106-4483-A2C7-69144AA8EE27}" destId="{BA318AF3-DEBF-4EEF-93DF-3ED48B2D89F1}" srcOrd="3" destOrd="0" parTransId="{48C07E21-1560-4C97-81F5-C71B00C66228}" sibTransId="{70BCDB96-1E8B-46A4-8804-E23F8E42C182}"/>
    <dgm:cxn modelId="{CBC26E03-09DD-4D3E-AB63-43E8165FCC13}" srcId="{84CCD26A-7106-4483-A2C7-69144AA8EE27}" destId="{0093E46E-9AAF-4D76-959B-E704D95639C4}" srcOrd="4" destOrd="0" parTransId="{3E51628C-E42E-4EA8-AD7F-9A8E9AD40CB2}" sibTransId="{01F8F19B-1024-4551-83C5-E037B109232A}"/>
    <dgm:cxn modelId="{3329610C-53D1-4261-AB65-A81BFE207238}" type="presOf" srcId="{84CCD26A-7106-4483-A2C7-69144AA8EE27}" destId="{88F43BD1-C3B8-49F6-B885-41F7FB1B9E6C}" srcOrd="0" destOrd="0" presId="urn:microsoft.com/office/officeart/2016/7/layout/RepeatingBendingProcessNew"/>
    <dgm:cxn modelId="{582BB610-3B99-4FDD-9AB7-71F86853C375}" type="presOf" srcId="{E0AA8811-7F1E-459E-9BCA-7CFE4363EA62}" destId="{E50A6A61-1AA4-4414-B0C8-5B8ABE557C8F}" srcOrd="1" destOrd="0" presId="urn:microsoft.com/office/officeart/2016/7/layout/RepeatingBendingProcessNew"/>
    <dgm:cxn modelId="{C8ECF026-0172-49CB-A3A8-46D566EDE51C}" srcId="{84CCD26A-7106-4483-A2C7-69144AA8EE27}" destId="{A7E8A356-2DFE-4E9B-9354-676C3EB9A258}" srcOrd="1" destOrd="0" parTransId="{06EFC82F-E58F-48CC-B234-322621ED45CB}" sibTransId="{E0AA8811-7F1E-459E-9BCA-7CFE4363EA62}"/>
    <dgm:cxn modelId="{3D2D932E-A13C-48B5-85CC-9D6333A4BD9B}" type="presOf" srcId="{BA318AF3-DEBF-4EEF-93DF-3ED48B2D89F1}" destId="{88436527-19D0-41D3-90F9-099A1108C2B6}" srcOrd="0" destOrd="0" presId="urn:microsoft.com/office/officeart/2016/7/layout/RepeatingBendingProcessNew"/>
    <dgm:cxn modelId="{F6856660-3055-4E2D-A98A-E12BCB3A40CF}" type="presOf" srcId="{0093E46E-9AAF-4D76-959B-E704D95639C4}" destId="{DAC2B34C-085E-4A06-A598-004125D4A07C}" srcOrd="0" destOrd="0" presId="urn:microsoft.com/office/officeart/2016/7/layout/RepeatingBendingProcessNew"/>
    <dgm:cxn modelId="{99CAAB63-08DE-4E91-812B-F2FAFA23CC0B}" type="presOf" srcId="{1E0A4C60-2410-41DA-BCF9-27E1DA88DB70}" destId="{E925A2AF-B2A4-4C5C-AA8B-E5DA97F0D1B6}" srcOrd="0" destOrd="0" presId="urn:microsoft.com/office/officeart/2016/7/layout/RepeatingBendingProcessNew"/>
    <dgm:cxn modelId="{C7D8D365-F133-4D38-8162-9BA5348F24E9}" type="presOf" srcId="{E0AA8811-7F1E-459E-9BCA-7CFE4363EA62}" destId="{8D51B1E4-9493-4641-9E4D-779822A69886}" srcOrd="0" destOrd="0" presId="urn:microsoft.com/office/officeart/2016/7/layout/RepeatingBendingProcessNew"/>
    <dgm:cxn modelId="{3DEB2C52-803E-49C2-BA29-EC580CC8603F}" type="presOf" srcId="{22F324DA-8C17-4D34-8E95-6FBDFE6CCF37}" destId="{B75DB8C7-EEB6-4691-A2AD-90E46722A187}" srcOrd="0" destOrd="0" presId="urn:microsoft.com/office/officeart/2016/7/layout/RepeatingBendingProcessNew"/>
    <dgm:cxn modelId="{B03D2659-2AC4-4BDC-B407-FE0511A693D3}" type="presOf" srcId="{A7E8A356-2DFE-4E9B-9354-676C3EB9A258}" destId="{1E2E32BE-5C26-4ACA-86BF-EE6800BFEC68}" srcOrd="0" destOrd="0" presId="urn:microsoft.com/office/officeart/2016/7/layout/RepeatingBendingProcessNew"/>
    <dgm:cxn modelId="{002A3D7B-5784-4B5C-9513-C833341374F6}" type="presOf" srcId="{E9DD374F-98CA-445A-88B3-8E35F62DCC28}" destId="{ACF8BAD2-69D6-46B3-BF7C-5765EDEE39F5}" srcOrd="0" destOrd="0" presId="urn:microsoft.com/office/officeart/2016/7/layout/RepeatingBendingProcessNew"/>
    <dgm:cxn modelId="{1EBC2483-0297-4C4F-982E-B51410C70BCC}" type="presOf" srcId="{70BCDB96-1E8B-46A4-8804-E23F8E42C182}" destId="{324FA7BB-D585-49B7-8480-6536D2F77805}" srcOrd="0" destOrd="0" presId="urn:microsoft.com/office/officeart/2016/7/layout/RepeatingBendingProcessNew"/>
    <dgm:cxn modelId="{C1868F8F-0346-429B-8ECC-DF615A615EB1}" type="presOf" srcId="{0E9698AA-CE16-49E9-B7E6-3564E0CEEFA8}" destId="{633518C1-4220-4C48-B212-534B9D5FACFC}" srcOrd="0" destOrd="0" presId="urn:microsoft.com/office/officeart/2016/7/layout/RepeatingBendingProcessNew"/>
    <dgm:cxn modelId="{479A0E99-4FF7-40BF-B062-2C67B1F5F790}" srcId="{84CCD26A-7106-4483-A2C7-69144AA8EE27}" destId="{1E0A4C60-2410-41DA-BCF9-27E1DA88DB70}" srcOrd="0" destOrd="0" parTransId="{A8E3FD75-684A-4B93-892A-86AB42881E50}" sibTransId="{E9DD374F-98CA-445A-88B3-8E35F62DCC28}"/>
    <dgm:cxn modelId="{25ED309D-C667-403A-93D1-1100160E9354}" type="presOf" srcId="{22F324DA-8C17-4D34-8E95-6FBDFE6CCF37}" destId="{8A51E7F7-A52C-46BE-B203-E56A63E1762A}" srcOrd="1" destOrd="0" presId="urn:microsoft.com/office/officeart/2016/7/layout/RepeatingBendingProcessNew"/>
    <dgm:cxn modelId="{AC3898D1-97D0-4751-8264-6C9FEF99D255}" srcId="{84CCD26A-7106-4483-A2C7-69144AA8EE27}" destId="{0E9698AA-CE16-49E9-B7E6-3564E0CEEFA8}" srcOrd="2" destOrd="0" parTransId="{5B81DECF-79E2-407A-8EBA-E634D0F04595}" sibTransId="{22F324DA-8C17-4D34-8E95-6FBDFE6CCF37}"/>
    <dgm:cxn modelId="{674477F3-B616-4EF4-8352-EB6D6F0932AB}" type="presOf" srcId="{70BCDB96-1E8B-46A4-8804-E23F8E42C182}" destId="{8B9AB44E-132E-424E-B16F-C6113E46762F}" srcOrd="1" destOrd="0" presId="urn:microsoft.com/office/officeart/2016/7/layout/RepeatingBendingProcessNew"/>
    <dgm:cxn modelId="{9A350DF6-C52D-4D02-9A9E-594970141D86}" type="presOf" srcId="{E9DD374F-98CA-445A-88B3-8E35F62DCC28}" destId="{61D8BB44-0819-473C-A258-03417D476A3B}" srcOrd="1" destOrd="0" presId="urn:microsoft.com/office/officeart/2016/7/layout/RepeatingBendingProcessNew"/>
    <dgm:cxn modelId="{68116EFE-6223-40FF-90E9-E853616DA2FB}" type="presParOf" srcId="{88F43BD1-C3B8-49F6-B885-41F7FB1B9E6C}" destId="{E925A2AF-B2A4-4C5C-AA8B-E5DA97F0D1B6}" srcOrd="0" destOrd="0" presId="urn:microsoft.com/office/officeart/2016/7/layout/RepeatingBendingProcessNew"/>
    <dgm:cxn modelId="{9C803DC7-52D9-450F-92A6-D0B26DEBA8AF}" type="presParOf" srcId="{88F43BD1-C3B8-49F6-B885-41F7FB1B9E6C}" destId="{ACF8BAD2-69D6-46B3-BF7C-5765EDEE39F5}" srcOrd="1" destOrd="0" presId="urn:microsoft.com/office/officeart/2016/7/layout/RepeatingBendingProcessNew"/>
    <dgm:cxn modelId="{26D3E2C4-0DFD-4CAF-BD89-85DE08079DE9}" type="presParOf" srcId="{ACF8BAD2-69D6-46B3-BF7C-5765EDEE39F5}" destId="{61D8BB44-0819-473C-A258-03417D476A3B}" srcOrd="0" destOrd="0" presId="urn:microsoft.com/office/officeart/2016/7/layout/RepeatingBendingProcessNew"/>
    <dgm:cxn modelId="{6365F96C-F505-4BA0-B202-C219A15BB599}" type="presParOf" srcId="{88F43BD1-C3B8-49F6-B885-41F7FB1B9E6C}" destId="{1E2E32BE-5C26-4ACA-86BF-EE6800BFEC68}" srcOrd="2" destOrd="0" presId="urn:microsoft.com/office/officeart/2016/7/layout/RepeatingBendingProcessNew"/>
    <dgm:cxn modelId="{CD8FC0F0-8F61-4F15-BE05-D4D8A49B24A4}" type="presParOf" srcId="{88F43BD1-C3B8-49F6-B885-41F7FB1B9E6C}" destId="{8D51B1E4-9493-4641-9E4D-779822A69886}" srcOrd="3" destOrd="0" presId="urn:microsoft.com/office/officeart/2016/7/layout/RepeatingBendingProcessNew"/>
    <dgm:cxn modelId="{330B7788-E056-4957-8947-968B210DE3B5}" type="presParOf" srcId="{8D51B1E4-9493-4641-9E4D-779822A69886}" destId="{E50A6A61-1AA4-4414-B0C8-5B8ABE557C8F}" srcOrd="0" destOrd="0" presId="urn:microsoft.com/office/officeart/2016/7/layout/RepeatingBendingProcessNew"/>
    <dgm:cxn modelId="{C7E19B8A-982B-44DF-B99E-7ABDA58074C4}" type="presParOf" srcId="{88F43BD1-C3B8-49F6-B885-41F7FB1B9E6C}" destId="{633518C1-4220-4C48-B212-534B9D5FACFC}" srcOrd="4" destOrd="0" presId="urn:microsoft.com/office/officeart/2016/7/layout/RepeatingBendingProcessNew"/>
    <dgm:cxn modelId="{81BD04DC-B33E-40A2-8243-9732F379E5A6}" type="presParOf" srcId="{88F43BD1-C3B8-49F6-B885-41F7FB1B9E6C}" destId="{B75DB8C7-EEB6-4691-A2AD-90E46722A187}" srcOrd="5" destOrd="0" presId="urn:microsoft.com/office/officeart/2016/7/layout/RepeatingBendingProcessNew"/>
    <dgm:cxn modelId="{DD0EBBA5-9473-4983-A9E2-BC428A2E0F82}" type="presParOf" srcId="{B75DB8C7-EEB6-4691-A2AD-90E46722A187}" destId="{8A51E7F7-A52C-46BE-B203-E56A63E1762A}" srcOrd="0" destOrd="0" presId="urn:microsoft.com/office/officeart/2016/7/layout/RepeatingBendingProcessNew"/>
    <dgm:cxn modelId="{E574B6FC-426C-4240-B033-59D62FAF864C}" type="presParOf" srcId="{88F43BD1-C3B8-49F6-B885-41F7FB1B9E6C}" destId="{88436527-19D0-41D3-90F9-099A1108C2B6}" srcOrd="6" destOrd="0" presId="urn:microsoft.com/office/officeart/2016/7/layout/RepeatingBendingProcessNew"/>
    <dgm:cxn modelId="{6B6C7C3A-0EE0-419A-B40C-A0532317745F}" type="presParOf" srcId="{88F43BD1-C3B8-49F6-B885-41F7FB1B9E6C}" destId="{324FA7BB-D585-49B7-8480-6536D2F77805}" srcOrd="7" destOrd="0" presId="urn:microsoft.com/office/officeart/2016/7/layout/RepeatingBendingProcessNew"/>
    <dgm:cxn modelId="{C42424AC-ACC1-4359-8590-3C25AF1A5EDC}" type="presParOf" srcId="{324FA7BB-D585-49B7-8480-6536D2F77805}" destId="{8B9AB44E-132E-424E-B16F-C6113E46762F}" srcOrd="0" destOrd="0" presId="urn:microsoft.com/office/officeart/2016/7/layout/RepeatingBendingProcessNew"/>
    <dgm:cxn modelId="{A06FFCD9-3FFD-4218-83B5-387B17639865}" type="presParOf" srcId="{88F43BD1-C3B8-49F6-B885-41F7FB1B9E6C}" destId="{DAC2B34C-085E-4A06-A598-004125D4A07C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A4E005-2969-439B-A749-983760BEFEC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D540E55-5AC3-4EBA-8CD4-67C034CFAA76}">
      <dgm:prSet/>
      <dgm:spPr/>
      <dgm:t>
        <a:bodyPr/>
        <a:lstStyle/>
        <a:p>
          <a:r>
            <a:rPr lang="en-US" b="1"/>
            <a:t>Relational Database Management System</a:t>
          </a:r>
          <a:endParaRPr lang="en-US"/>
        </a:p>
      </dgm:t>
    </dgm:pt>
    <dgm:pt modelId="{EE0BCF0F-A88B-4971-8E4C-064F8644B6AD}" type="parTrans" cxnId="{33006CE5-7395-473D-B408-3CFA51DC9068}">
      <dgm:prSet/>
      <dgm:spPr/>
      <dgm:t>
        <a:bodyPr/>
        <a:lstStyle/>
        <a:p>
          <a:endParaRPr lang="en-US"/>
        </a:p>
      </dgm:t>
    </dgm:pt>
    <dgm:pt modelId="{44C3BCEE-781D-4AF4-90A5-C21EB7A8B0CB}" type="sibTrans" cxnId="{33006CE5-7395-473D-B408-3CFA51DC9068}">
      <dgm:prSet/>
      <dgm:spPr/>
      <dgm:t>
        <a:bodyPr/>
        <a:lstStyle/>
        <a:p>
          <a:endParaRPr lang="en-US"/>
        </a:p>
      </dgm:t>
    </dgm:pt>
    <dgm:pt modelId="{C8F083C5-A258-4F0C-903B-B559F2E9970D}">
      <dgm:prSet/>
      <dgm:spPr/>
      <dgm:t>
        <a:bodyPr/>
        <a:lstStyle/>
        <a:p>
          <a:r>
            <a:rPr lang="en-US" b="1"/>
            <a:t>Definition:</a:t>
          </a:r>
          <a:r>
            <a:rPr lang="en-US"/>
            <a:t> A type of DBMS that stores data in tables that are related to one another.</a:t>
          </a:r>
        </a:p>
      </dgm:t>
    </dgm:pt>
    <dgm:pt modelId="{6B124A35-D1A3-4CD8-AF47-13680D94625E}" type="parTrans" cxnId="{FFABBFA5-AC1D-4428-825B-3D3B964F0A56}">
      <dgm:prSet/>
      <dgm:spPr/>
      <dgm:t>
        <a:bodyPr/>
        <a:lstStyle/>
        <a:p>
          <a:endParaRPr lang="en-US"/>
        </a:p>
      </dgm:t>
    </dgm:pt>
    <dgm:pt modelId="{1AC1A432-2CE8-4408-8453-A202D7F6F68D}" type="sibTrans" cxnId="{FFABBFA5-AC1D-4428-825B-3D3B964F0A56}">
      <dgm:prSet/>
      <dgm:spPr/>
      <dgm:t>
        <a:bodyPr/>
        <a:lstStyle/>
        <a:p>
          <a:endParaRPr lang="en-US"/>
        </a:p>
      </dgm:t>
    </dgm:pt>
    <dgm:pt modelId="{0EE0C050-ECE5-4360-AB85-1BFB20B8C233}">
      <dgm:prSet/>
      <dgm:spPr/>
      <dgm:t>
        <a:bodyPr/>
        <a:lstStyle/>
        <a:p>
          <a:r>
            <a:rPr lang="en-US" b="1"/>
            <a:t>The "Relational" Part:</a:t>
          </a:r>
          <a:r>
            <a:rPr lang="en-US"/>
            <a:t> Data in one table can be linked to data in another table using "Keys."</a:t>
          </a:r>
        </a:p>
      </dgm:t>
    </dgm:pt>
    <dgm:pt modelId="{E25B6559-71A5-4549-9819-37A8FFDB72C3}" type="parTrans" cxnId="{E5C97BD6-A0A7-4DAC-900C-1673ED8D3A83}">
      <dgm:prSet/>
      <dgm:spPr/>
      <dgm:t>
        <a:bodyPr/>
        <a:lstStyle/>
        <a:p>
          <a:endParaRPr lang="en-US"/>
        </a:p>
      </dgm:t>
    </dgm:pt>
    <dgm:pt modelId="{854C72AD-F425-4168-952D-BDEC0E625974}" type="sibTrans" cxnId="{E5C97BD6-A0A7-4DAC-900C-1673ED8D3A83}">
      <dgm:prSet/>
      <dgm:spPr/>
      <dgm:t>
        <a:bodyPr/>
        <a:lstStyle/>
        <a:p>
          <a:endParaRPr lang="en-US"/>
        </a:p>
      </dgm:t>
    </dgm:pt>
    <dgm:pt modelId="{5C1A7015-F7B9-43E9-8DC8-4995967E16CB}">
      <dgm:prSet/>
      <dgm:spPr/>
      <dgm:t>
        <a:bodyPr/>
        <a:lstStyle/>
        <a:p>
          <a:r>
            <a:rPr lang="en-US" b="1"/>
            <a:t>Commonality:</a:t>
          </a:r>
          <a:r>
            <a:rPr lang="en-US"/>
            <a:t> Most modern databases used in business today are RDBMS.</a:t>
          </a:r>
        </a:p>
      </dgm:t>
    </dgm:pt>
    <dgm:pt modelId="{653B43BF-D841-477C-8819-2EE4AD33C17C}" type="parTrans" cxnId="{E32A9452-3E92-4034-9026-8655FCA7D6AD}">
      <dgm:prSet/>
      <dgm:spPr/>
      <dgm:t>
        <a:bodyPr/>
        <a:lstStyle/>
        <a:p>
          <a:endParaRPr lang="en-US"/>
        </a:p>
      </dgm:t>
    </dgm:pt>
    <dgm:pt modelId="{6C145CD4-99F0-413A-91CF-3C764C3CA4D0}" type="sibTrans" cxnId="{E32A9452-3E92-4034-9026-8655FCA7D6AD}">
      <dgm:prSet/>
      <dgm:spPr/>
      <dgm:t>
        <a:bodyPr/>
        <a:lstStyle/>
        <a:p>
          <a:endParaRPr lang="en-US"/>
        </a:p>
      </dgm:t>
    </dgm:pt>
    <dgm:pt modelId="{CD825428-EA64-4738-A39F-6403D383F39E}" type="pres">
      <dgm:prSet presAssocID="{13A4E005-2969-439B-A749-983760BEFEC5}" presName="vert0" presStyleCnt="0">
        <dgm:presLayoutVars>
          <dgm:dir/>
          <dgm:animOne val="branch"/>
          <dgm:animLvl val="lvl"/>
        </dgm:presLayoutVars>
      </dgm:prSet>
      <dgm:spPr/>
    </dgm:pt>
    <dgm:pt modelId="{62E1DF67-4AD6-4007-929E-A12543EFA953}" type="pres">
      <dgm:prSet presAssocID="{BD540E55-5AC3-4EBA-8CD4-67C034CFAA76}" presName="thickLine" presStyleLbl="alignNode1" presStyleIdx="0" presStyleCnt="4"/>
      <dgm:spPr/>
    </dgm:pt>
    <dgm:pt modelId="{4193F93E-A83F-4CAD-BBE3-8FB128030F7B}" type="pres">
      <dgm:prSet presAssocID="{BD540E55-5AC3-4EBA-8CD4-67C034CFAA76}" presName="horz1" presStyleCnt="0"/>
      <dgm:spPr/>
    </dgm:pt>
    <dgm:pt modelId="{723CB041-782A-47F5-B0EB-E4FD9D0B7BAE}" type="pres">
      <dgm:prSet presAssocID="{BD540E55-5AC3-4EBA-8CD4-67C034CFAA76}" presName="tx1" presStyleLbl="revTx" presStyleIdx="0" presStyleCnt="4"/>
      <dgm:spPr/>
    </dgm:pt>
    <dgm:pt modelId="{05C9DF5C-3937-4466-9021-99580D96379A}" type="pres">
      <dgm:prSet presAssocID="{BD540E55-5AC3-4EBA-8CD4-67C034CFAA76}" presName="vert1" presStyleCnt="0"/>
      <dgm:spPr/>
    </dgm:pt>
    <dgm:pt modelId="{70B4B3FC-D4E3-4BD2-A63A-F16485D44593}" type="pres">
      <dgm:prSet presAssocID="{C8F083C5-A258-4F0C-903B-B559F2E9970D}" presName="thickLine" presStyleLbl="alignNode1" presStyleIdx="1" presStyleCnt="4"/>
      <dgm:spPr/>
    </dgm:pt>
    <dgm:pt modelId="{5AEF6315-D0A5-4A26-B24D-F722B179A430}" type="pres">
      <dgm:prSet presAssocID="{C8F083C5-A258-4F0C-903B-B559F2E9970D}" presName="horz1" presStyleCnt="0"/>
      <dgm:spPr/>
    </dgm:pt>
    <dgm:pt modelId="{D967CDD5-8469-4F62-B0DB-B40A4393CB46}" type="pres">
      <dgm:prSet presAssocID="{C8F083C5-A258-4F0C-903B-B559F2E9970D}" presName="tx1" presStyleLbl="revTx" presStyleIdx="1" presStyleCnt="4"/>
      <dgm:spPr/>
    </dgm:pt>
    <dgm:pt modelId="{9CC92807-A1E5-4733-91E6-DF36449D796F}" type="pres">
      <dgm:prSet presAssocID="{C8F083C5-A258-4F0C-903B-B559F2E9970D}" presName="vert1" presStyleCnt="0"/>
      <dgm:spPr/>
    </dgm:pt>
    <dgm:pt modelId="{B413DBD5-6D2B-48CA-A481-5E3F695ACD1B}" type="pres">
      <dgm:prSet presAssocID="{0EE0C050-ECE5-4360-AB85-1BFB20B8C233}" presName="thickLine" presStyleLbl="alignNode1" presStyleIdx="2" presStyleCnt="4"/>
      <dgm:spPr/>
    </dgm:pt>
    <dgm:pt modelId="{83517709-4ED7-454E-9770-1FAF6851884B}" type="pres">
      <dgm:prSet presAssocID="{0EE0C050-ECE5-4360-AB85-1BFB20B8C233}" presName="horz1" presStyleCnt="0"/>
      <dgm:spPr/>
    </dgm:pt>
    <dgm:pt modelId="{17E41F0F-A33C-49B6-BC39-1C7F0BDBA8D1}" type="pres">
      <dgm:prSet presAssocID="{0EE0C050-ECE5-4360-AB85-1BFB20B8C233}" presName="tx1" presStyleLbl="revTx" presStyleIdx="2" presStyleCnt="4"/>
      <dgm:spPr/>
    </dgm:pt>
    <dgm:pt modelId="{D3F4BF98-BDD5-45FA-B70B-C1C1B11B9037}" type="pres">
      <dgm:prSet presAssocID="{0EE0C050-ECE5-4360-AB85-1BFB20B8C233}" presName="vert1" presStyleCnt="0"/>
      <dgm:spPr/>
    </dgm:pt>
    <dgm:pt modelId="{4FBF1F89-06DB-4EE9-A93D-DA6501E3D2EB}" type="pres">
      <dgm:prSet presAssocID="{5C1A7015-F7B9-43E9-8DC8-4995967E16CB}" presName="thickLine" presStyleLbl="alignNode1" presStyleIdx="3" presStyleCnt="4"/>
      <dgm:spPr/>
    </dgm:pt>
    <dgm:pt modelId="{F6D37911-4B7A-455D-A374-0E94CEF223DD}" type="pres">
      <dgm:prSet presAssocID="{5C1A7015-F7B9-43E9-8DC8-4995967E16CB}" presName="horz1" presStyleCnt="0"/>
      <dgm:spPr/>
    </dgm:pt>
    <dgm:pt modelId="{A1D7FD98-4E85-4F11-9AC4-D1A1462FED44}" type="pres">
      <dgm:prSet presAssocID="{5C1A7015-F7B9-43E9-8DC8-4995967E16CB}" presName="tx1" presStyleLbl="revTx" presStyleIdx="3" presStyleCnt="4"/>
      <dgm:spPr/>
    </dgm:pt>
    <dgm:pt modelId="{0BA5C431-E6C6-4B9A-9117-4B27499B221C}" type="pres">
      <dgm:prSet presAssocID="{5C1A7015-F7B9-43E9-8DC8-4995967E16CB}" presName="vert1" presStyleCnt="0"/>
      <dgm:spPr/>
    </dgm:pt>
  </dgm:ptLst>
  <dgm:cxnLst>
    <dgm:cxn modelId="{E5B4910E-23D3-47F6-9C05-01F1A9395C4A}" type="presOf" srcId="{BD540E55-5AC3-4EBA-8CD4-67C034CFAA76}" destId="{723CB041-782A-47F5-B0EB-E4FD9D0B7BAE}" srcOrd="0" destOrd="0" presId="urn:microsoft.com/office/officeart/2008/layout/LinedList"/>
    <dgm:cxn modelId="{5A676F16-EA5E-4940-9B15-C5044A71B0AC}" type="presOf" srcId="{5C1A7015-F7B9-43E9-8DC8-4995967E16CB}" destId="{A1D7FD98-4E85-4F11-9AC4-D1A1462FED44}" srcOrd="0" destOrd="0" presId="urn:microsoft.com/office/officeart/2008/layout/LinedList"/>
    <dgm:cxn modelId="{6A670431-C7BB-460E-800F-5467BB0C29C6}" type="presOf" srcId="{0EE0C050-ECE5-4360-AB85-1BFB20B8C233}" destId="{17E41F0F-A33C-49B6-BC39-1C7F0BDBA8D1}" srcOrd="0" destOrd="0" presId="urn:microsoft.com/office/officeart/2008/layout/LinedList"/>
    <dgm:cxn modelId="{E32A9452-3E92-4034-9026-8655FCA7D6AD}" srcId="{13A4E005-2969-439B-A749-983760BEFEC5}" destId="{5C1A7015-F7B9-43E9-8DC8-4995967E16CB}" srcOrd="3" destOrd="0" parTransId="{653B43BF-D841-477C-8819-2EE4AD33C17C}" sibTransId="{6C145CD4-99F0-413A-91CF-3C764C3CA4D0}"/>
    <dgm:cxn modelId="{E1AE3A95-A4F8-41AF-B775-F933BF68DEE0}" type="presOf" srcId="{C8F083C5-A258-4F0C-903B-B559F2E9970D}" destId="{D967CDD5-8469-4F62-B0DB-B40A4393CB46}" srcOrd="0" destOrd="0" presId="urn:microsoft.com/office/officeart/2008/layout/LinedList"/>
    <dgm:cxn modelId="{FFABBFA5-AC1D-4428-825B-3D3B964F0A56}" srcId="{13A4E005-2969-439B-A749-983760BEFEC5}" destId="{C8F083C5-A258-4F0C-903B-B559F2E9970D}" srcOrd="1" destOrd="0" parTransId="{6B124A35-D1A3-4CD8-AF47-13680D94625E}" sibTransId="{1AC1A432-2CE8-4408-8453-A202D7F6F68D}"/>
    <dgm:cxn modelId="{877CE1B0-3AC4-44FA-85CE-8E8DCE0C7E1B}" type="presOf" srcId="{13A4E005-2969-439B-A749-983760BEFEC5}" destId="{CD825428-EA64-4738-A39F-6403D383F39E}" srcOrd="0" destOrd="0" presId="urn:microsoft.com/office/officeart/2008/layout/LinedList"/>
    <dgm:cxn modelId="{E5C97BD6-A0A7-4DAC-900C-1673ED8D3A83}" srcId="{13A4E005-2969-439B-A749-983760BEFEC5}" destId="{0EE0C050-ECE5-4360-AB85-1BFB20B8C233}" srcOrd="2" destOrd="0" parTransId="{E25B6559-71A5-4549-9819-37A8FFDB72C3}" sibTransId="{854C72AD-F425-4168-952D-BDEC0E625974}"/>
    <dgm:cxn modelId="{33006CE5-7395-473D-B408-3CFA51DC9068}" srcId="{13A4E005-2969-439B-A749-983760BEFEC5}" destId="{BD540E55-5AC3-4EBA-8CD4-67C034CFAA76}" srcOrd="0" destOrd="0" parTransId="{EE0BCF0F-A88B-4971-8E4C-064F8644B6AD}" sibTransId="{44C3BCEE-781D-4AF4-90A5-C21EB7A8B0CB}"/>
    <dgm:cxn modelId="{BFAA287D-4112-4A7F-96B7-1C84ACD3C897}" type="presParOf" srcId="{CD825428-EA64-4738-A39F-6403D383F39E}" destId="{62E1DF67-4AD6-4007-929E-A12543EFA953}" srcOrd="0" destOrd="0" presId="urn:microsoft.com/office/officeart/2008/layout/LinedList"/>
    <dgm:cxn modelId="{D3D1CD40-E755-4992-8C3F-1668891E1815}" type="presParOf" srcId="{CD825428-EA64-4738-A39F-6403D383F39E}" destId="{4193F93E-A83F-4CAD-BBE3-8FB128030F7B}" srcOrd="1" destOrd="0" presId="urn:microsoft.com/office/officeart/2008/layout/LinedList"/>
    <dgm:cxn modelId="{3D16AC5C-9026-4313-A03C-0B6D5FE7AF85}" type="presParOf" srcId="{4193F93E-A83F-4CAD-BBE3-8FB128030F7B}" destId="{723CB041-782A-47F5-B0EB-E4FD9D0B7BAE}" srcOrd="0" destOrd="0" presId="urn:microsoft.com/office/officeart/2008/layout/LinedList"/>
    <dgm:cxn modelId="{29526932-CB70-45DA-A6D8-0973EBC2FF2A}" type="presParOf" srcId="{4193F93E-A83F-4CAD-BBE3-8FB128030F7B}" destId="{05C9DF5C-3937-4466-9021-99580D96379A}" srcOrd="1" destOrd="0" presId="urn:microsoft.com/office/officeart/2008/layout/LinedList"/>
    <dgm:cxn modelId="{EA9FAFF2-0E9E-4D94-A859-8F1EBF3159B8}" type="presParOf" srcId="{CD825428-EA64-4738-A39F-6403D383F39E}" destId="{70B4B3FC-D4E3-4BD2-A63A-F16485D44593}" srcOrd="2" destOrd="0" presId="urn:microsoft.com/office/officeart/2008/layout/LinedList"/>
    <dgm:cxn modelId="{7BF126F8-4EED-49B4-BA7C-88E46EA3C52C}" type="presParOf" srcId="{CD825428-EA64-4738-A39F-6403D383F39E}" destId="{5AEF6315-D0A5-4A26-B24D-F722B179A430}" srcOrd="3" destOrd="0" presId="urn:microsoft.com/office/officeart/2008/layout/LinedList"/>
    <dgm:cxn modelId="{8554A5A4-581F-4AB3-A443-E05D121A35B3}" type="presParOf" srcId="{5AEF6315-D0A5-4A26-B24D-F722B179A430}" destId="{D967CDD5-8469-4F62-B0DB-B40A4393CB46}" srcOrd="0" destOrd="0" presId="urn:microsoft.com/office/officeart/2008/layout/LinedList"/>
    <dgm:cxn modelId="{FB14CA76-980A-4486-B871-DA18C982CFA5}" type="presParOf" srcId="{5AEF6315-D0A5-4A26-B24D-F722B179A430}" destId="{9CC92807-A1E5-4733-91E6-DF36449D796F}" srcOrd="1" destOrd="0" presId="urn:microsoft.com/office/officeart/2008/layout/LinedList"/>
    <dgm:cxn modelId="{B05EF5D1-3927-42C3-8142-4DE925FED01D}" type="presParOf" srcId="{CD825428-EA64-4738-A39F-6403D383F39E}" destId="{B413DBD5-6D2B-48CA-A481-5E3F695ACD1B}" srcOrd="4" destOrd="0" presId="urn:microsoft.com/office/officeart/2008/layout/LinedList"/>
    <dgm:cxn modelId="{D0FB1950-9F0B-4156-8EF4-77C6AC5B646A}" type="presParOf" srcId="{CD825428-EA64-4738-A39F-6403D383F39E}" destId="{83517709-4ED7-454E-9770-1FAF6851884B}" srcOrd="5" destOrd="0" presId="urn:microsoft.com/office/officeart/2008/layout/LinedList"/>
    <dgm:cxn modelId="{D482997C-893C-4C84-BE50-4ACE07AB858E}" type="presParOf" srcId="{83517709-4ED7-454E-9770-1FAF6851884B}" destId="{17E41F0F-A33C-49B6-BC39-1C7F0BDBA8D1}" srcOrd="0" destOrd="0" presId="urn:microsoft.com/office/officeart/2008/layout/LinedList"/>
    <dgm:cxn modelId="{FD0A732F-0F41-4431-9C3A-86628A5B5539}" type="presParOf" srcId="{83517709-4ED7-454E-9770-1FAF6851884B}" destId="{D3F4BF98-BDD5-45FA-B70B-C1C1B11B9037}" srcOrd="1" destOrd="0" presId="urn:microsoft.com/office/officeart/2008/layout/LinedList"/>
    <dgm:cxn modelId="{74ED3C9E-1365-4EC9-A192-92A1BB2DA5E6}" type="presParOf" srcId="{CD825428-EA64-4738-A39F-6403D383F39E}" destId="{4FBF1F89-06DB-4EE9-A93D-DA6501E3D2EB}" srcOrd="6" destOrd="0" presId="urn:microsoft.com/office/officeart/2008/layout/LinedList"/>
    <dgm:cxn modelId="{D0397A42-D62C-485F-A47E-F9095AB6734C}" type="presParOf" srcId="{CD825428-EA64-4738-A39F-6403D383F39E}" destId="{F6D37911-4B7A-455D-A374-0E94CEF223DD}" srcOrd="7" destOrd="0" presId="urn:microsoft.com/office/officeart/2008/layout/LinedList"/>
    <dgm:cxn modelId="{39FDCBB8-230D-4679-8286-44599726FCE4}" type="presParOf" srcId="{F6D37911-4B7A-455D-A374-0E94CEF223DD}" destId="{A1D7FD98-4E85-4F11-9AC4-D1A1462FED44}" srcOrd="0" destOrd="0" presId="urn:microsoft.com/office/officeart/2008/layout/LinedList"/>
    <dgm:cxn modelId="{794DD7F8-86AD-4513-9A7C-BFE5C559FDCB}" type="presParOf" srcId="{F6D37911-4B7A-455D-A374-0E94CEF223DD}" destId="{0BA5C431-E6C6-4B9A-9117-4B27499B22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36542-8D1F-4C19-9506-F56688D63DAD}">
      <dsp:nvSpPr>
        <dsp:cNvPr id="0" name=""/>
        <dsp:cNvSpPr/>
      </dsp:nvSpPr>
      <dsp:spPr>
        <a:xfrm>
          <a:off x="0" y="2843"/>
          <a:ext cx="4977578" cy="6056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522DE-BB2C-4933-A295-349C05A69532}">
      <dsp:nvSpPr>
        <dsp:cNvPr id="0" name=""/>
        <dsp:cNvSpPr/>
      </dsp:nvSpPr>
      <dsp:spPr>
        <a:xfrm>
          <a:off x="183194" y="139103"/>
          <a:ext cx="333080" cy="3330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4F3A9-558A-4C81-A632-0ABD45D3E0B4}">
      <dsp:nvSpPr>
        <dsp:cNvPr id="0" name=""/>
        <dsp:cNvSpPr/>
      </dsp:nvSpPr>
      <dsp:spPr>
        <a:xfrm>
          <a:off x="699468" y="2843"/>
          <a:ext cx="4278109" cy="60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93" tIns="64093" rIns="64093" bIns="6409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Moving Beyond Memory</a:t>
          </a:r>
          <a:endParaRPr lang="en-US" sz="1600" kern="1200"/>
        </a:p>
      </dsp:txBody>
      <dsp:txXfrm>
        <a:off x="699468" y="2843"/>
        <a:ext cx="4278109" cy="605600"/>
      </dsp:txXfrm>
    </dsp:sp>
    <dsp:sp modelId="{5C120F41-3B97-4712-A868-AA69613BA465}">
      <dsp:nvSpPr>
        <dsp:cNvPr id="0" name=""/>
        <dsp:cNvSpPr/>
      </dsp:nvSpPr>
      <dsp:spPr>
        <a:xfrm>
          <a:off x="0" y="759843"/>
          <a:ext cx="4977578" cy="6056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DC7B4-3389-45B8-BD5B-81ACDBA08E21}">
      <dsp:nvSpPr>
        <dsp:cNvPr id="0" name=""/>
        <dsp:cNvSpPr/>
      </dsp:nvSpPr>
      <dsp:spPr>
        <a:xfrm>
          <a:off x="183194" y="896103"/>
          <a:ext cx="333080" cy="3330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1F10F-37C8-4596-8ED4-E299ACC9486D}">
      <dsp:nvSpPr>
        <dsp:cNvPr id="0" name=""/>
        <dsp:cNvSpPr/>
      </dsp:nvSpPr>
      <dsp:spPr>
        <a:xfrm>
          <a:off x="699468" y="759843"/>
          <a:ext cx="4278109" cy="60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93" tIns="64093" rIns="64093" bIns="6409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Persistence:</a:t>
          </a:r>
          <a:r>
            <a:rPr lang="en-US" sz="1600" kern="1200"/>
            <a:t> To ensure information is not lost when a computer or application is turned off.</a:t>
          </a:r>
        </a:p>
      </dsp:txBody>
      <dsp:txXfrm>
        <a:off x="699468" y="759843"/>
        <a:ext cx="4278109" cy="605600"/>
      </dsp:txXfrm>
    </dsp:sp>
    <dsp:sp modelId="{E4530250-B0BE-40DA-9197-3E2923F96301}">
      <dsp:nvSpPr>
        <dsp:cNvPr id="0" name=""/>
        <dsp:cNvSpPr/>
      </dsp:nvSpPr>
      <dsp:spPr>
        <a:xfrm>
          <a:off x="0" y="1516844"/>
          <a:ext cx="4977578" cy="6056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C9C0D-C6FD-4196-845D-DAF05C27715C}">
      <dsp:nvSpPr>
        <dsp:cNvPr id="0" name=""/>
        <dsp:cNvSpPr/>
      </dsp:nvSpPr>
      <dsp:spPr>
        <a:xfrm>
          <a:off x="183194" y="1653104"/>
          <a:ext cx="333080" cy="3330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EAAB9-A92D-45D7-B2F0-F1ACEFA3059E}">
      <dsp:nvSpPr>
        <dsp:cNvPr id="0" name=""/>
        <dsp:cNvSpPr/>
      </dsp:nvSpPr>
      <dsp:spPr>
        <a:xfrm>
          <a:off x="699468" y="1516844"/>
          <a:ext cx="4278109" cy="60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93" tIns="64093" rIns="64093" bIns="6409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Analysis:</a:t>
          </a:r>
          <a:r>
            <a:rPr lang="en-US" sz="1600" kern="1200"/>
            <a:t> To study past trends and make future business predictions.</a:t>
          </a:r>
        </a:p>
      </dsp:txBody>
      <dsp:txXfrm>
        <a:off x="699468" y="1516844"/>
        <a:ext cx="4278109" cy="605600"/>
      </dsp:txXfrm>
    </dsp:sp>
    <dsp:sp modelId="{D43293B7-FF17-42F0-936C-1260A390BEB0}">
      <dsp:nvSpPr>
        <dsp:cNvPr id="0" name=""/>
        <dsp:cNvSpPr/>
      </dsp:nvSpPr>
      <dsp:spPr>
        <a:xfrm>
          <a:off x="0" y="2273844"/>
          <a:ext cx="4977578" cy="6056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BC418-4A7E-4BDE-A14C-CBCAA4112AF5}">
      <dsp:nvSpPr>
        <dsp:cNvPr id="0" name=""/>
        <dsp:cNvSpPr/>
      </dsp:nvSpPr>
      <dsp:spPr>
        <a:xfrm>
          <a:off x="183194" y="2410104"/>
          <a:ext cx="333080" cy="3330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C165C-36AC-4FDF-8C95-9450FB88799C}">
      <dsp:nvSpPr>
        <dsp:cNvPr id="0" name=""/>
        <dsp:cNvSpPr/>
      </dsp:nvSpPr>
      <dsp:spPr>
        <a:xfrm>
          <a:off x="699468" y="2273844"/>
          <a:ext cx="4278109" cy="60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93" tIns="64093" rIns="64093" bIns="6409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Access:</a:t>
          </a:r>
          <a:r>
            <a:rPr lang="en-US" sz="1600" kern="1200"/>
            <a:t> To allow multiple people to view or edit the same information simultaneously.</a:t>
          </a:r>
        </a:p>
      </dsp:txBody>
      <dsp:txXfrm>
        <a:off x="699468" y="2273844"/>
        <a:ext cx="4278109" cy="605600"/>
      </dsp:txXfrm>
    </dsp:sp>
    <dsp:sp modelId="{8C062294-9E00-4873-9D4F-AABDC10C3443}">
      <dsp:nvSpPr>
        <dsp:cNvPr id="0" name=""/>
        <dsp:cNvSpPr/>
      </dsp:nvSpPr>
      <dsp:spPr>
        <a:xfrm>
          <a:off x="0" y="3030845"/>
          <a:ext cx="4977578" cy="6056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B0355-B613-48C2-8AEA-38E0FC168B3B}">
      <dsp:nvSpPr>
        <dsp:cNvPr id="0" name=""/>
        <dsp:cNvSpPr/>
      </dsp:nvSpPr>
      <dsp:spPr>
        <a:xfrm>
          <a:off x="183194" y="3167105"/>
          <a:ext cx="333080" cy="3330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E3286-4B93-492F-9C40-3BACB7DDE92D}">
      <dsp:nvSpPr>
        <dsp:cNvPr id="0" name=""/>
        <dsp:cNvSpPr/>
      </dsp:nvSpPr>
      <dsp:spPr>
        <a:xfrm>
          <a:off x="699468" y="3030845"/>
          <a:ext cx="4278109" cy="60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93" tIns="64093" rIns="64093" bIns="6409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Security:</a:t>
          </a:r>
          <a:r>
            <a:rPr lang="en-US" sz="1600" kern="1200"/>
            <a:t> To protect sensitive information from unauthorized access.</a:t>
          </a:r>
        </a:p>
      </dsp:txBody>
      <dsp:txXfrm>
        <a:off x="699468" y="3030845"/>
        <a:ext cx="4278109" cy="605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19B5BF-8B15-48EB-B6FE-FDA9823F50DD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42BAD-0233-425F-97DC-EB22467D7B74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9AA94-7E9D-4FE4-B2CC-063F3E93091D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Databases are Everywhere</a:t>
          </a:r>
          <a:endParaRPr lang="en-US" sz="1500" kern="1200"/>
        </a:p>
      </dsp:txBody>
      <dsp:txXfrm>
        <a:off x="1312541" y="828340"/>
        <a:ext cx="2148945" cy="911674"/>
      </dsp:txXfrm>
    </dsp:sp>
    <dsp:sp modelId="{F3CBE46D-988A-46B4-9E11-C65F0505212C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73A811-FCF1-4868-8731-C7D85B64D7A2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4E402-97A1-4ADA-A1AF-D61730875624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Banking:</a:t>
          </a:r>
          <a:r>
            <a:rPr lang="en-US" sz="1500" kern="1200"/>
            <a:t> To store customer accounts, transactions, and balances.</a:t>
          </a:r>
        </a:p>
      </dsp:txBody>
      <dsp:txXfrm>
        <a:off x="4942957" y="828340"/>
        <a:ext cx="2148945" cy="911674"/>
      </dsp:txXfrm>
    </dsp:sp>
    <dsp:sp modelId="{3AA2BE3C-CE93-43AA-9593-E989A88D0F0F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C59198-4711-4D7C-997B-4C224DAF7D0F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FBF41-676D-4348-B24D-953D36FBB3E0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E-commerce:</a:t>
          </a:r>
          <a:r>
            <a:rPr lang="en-US" sz="1500" kern="1200"/>
            <a:t> To manage product listings, customer reviews, and order history.</a:t>
          </a:r>
        </a:p>
      </dsp:txBody>
      <dsp:txXfrm>
        <a:off x="8573374" y="828340"/>
        <a:ext cx="2148945" cy="911674"/>
      </dsp:txXfrm>
    </dsp:sp>
    <dsp:sp modelId="{0C3B0EEB-2856-48B2-A766-B61C5BD94303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D6258-40EB-410E-B700-A43619091260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D0941-D8D5-469A-A869-9A143170EF1E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Social Media:</a:t>
          </a:r>
          <a:r>
            <a:rPr lang="en-US" sz="1500" kern="1200"/>
            <a:t> To store user profiles, posts, likes, and followers.</a:t>
          </a:r>
        </a:p>
      </dsp:txBody>
      <dsp:txXfrm>
        <a:off x="1312541" y="2452790"/>
        <a:ext cx="2148945" cy="911674"/>
      </dsp:txXfrm>
    </dsp:sp>
    <dsp:sp modelId="{0E75F339-64F1-4D6C-9F34-FA7C0DF848D9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6A674-17E1-41C9-93D2-DE3FAFE7EC65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DAC8D-3D9A-458B-8E13-86F6DDFA3496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Healthcare:</a:t>
          </a:r>
          <a:r>
            <a:rPr lang="en-US" sz="1500" kern="1200"/>
            <a:t> To keep track of patient records, appointments, and prescriptions.</a:t>
          </a:r>
        </a:p>
      </dsp:txBody>
      <dsp:txXfrm>
        <a:off x="4942957" y="2452790"/>
        <a:ext cx="2148945" cy="9116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BEBC2B-4801-43E9-AC6F-10579D7D2E6B}">
      <dsp:nvSpPr>
        <dsp:cNvPr id="0" name=""/>
        <dsp:cNvSpPr/>
      </dsp:nvSpPr>
      <dsp:spPr>
        <a:xfrm>
          <a:off x="682185" y="0"/>
          <a:ext cx="5536141" cy="553614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D4BCF-4A38-4226-814E-3AE4F610E180}">
      <dsp:nvSpPr>
        <dsp:cNvPr id="0" name=""/>
        <dsp:cNvSpPr/>
      </dsp:nvSpPr>
      <dsp:spPr>
        <a:xfrm>
          <a:off x="1208118" y="525933"/>
          <a:ext cx="2159094" cy="21590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Database Management System</a:t>
          </a:r>
          <a:endParaRPr lang="en-US" sz="1600" kern="1200"/>
        </a:p>
      </dsp:txBody>
      <dsp:txXfrm>
        <a:off x="1313516" y="631331"/>
        <a:ext cx="1948298" cy="1948298"/>
      </dsp:txXfrm>
    </dsp:sp>
    <dsp:sp modelId="{2F27384F-7672-43A2-9B48-E3F59A1CAC4E}">
      <dsp:nvSpPr>
        <dsp:cNvPr id="0" name=""/>
        <dsp:cNvSpPr/>
      </dsp:nvSpPr>
      <dsp:spPr>
        <a:xfrm>
          <a:off x="3533298" y="525933"/>
          <a:ext cx="2159094" cy="21590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Definition:</a:t>
          </a:r>
          <a:r>
            <a:rPr lang="en-US" sz="1600" kern="1200"/>
            <a:t> A DBMS is software that acts as an interface between the user and the database.</a:t>
          </a:r>
        </a:p>
      </dsp:txBody>
      <dsp:txXfrm>
        <a:off x="3638696" y="631331"/>
        <a:ext cx="1948298" cy="1948298"/>
      </dsp:txXfrm>
    </dsp:sp>
    <dsp:sp modelId="{AAD9E169-35B2-4D44-8CD4-E15F7A1B3BBE}">
      <dsp:nvSpPr>
        <dsp:cNvPr id="0" name=""/>
        <dsp:cNvSpPr/>
      </dsp:nvSpPr>
      <dsp:spPr>
        <a:xfrm>
          <a:off x="1208118" y="2851112"/>
          <a:ext cx="2159094" cy="21590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Function:</a:t>
          </a:r>
          <a:r>
            <a:rPr lang="en-US" sz="1600" kern="1200"/>
            <a:t> It allows users to create, delete, and update data without needing to know the complex technical details of how the data is stored.</a:t>
          </a:r>
        </a:p>
      </dsp:txBody>
      <dsp:txXfrm>
        <a:off x="1313516" y="2956510"/>
        <a:ext cx="1948298" cy="1948298"/>
      </dsp:txXfrm>
    </dsp:sp>
    <dsp:sp modelId="{2896E3E3-D14C-4890-B9E8-8842AF72033C}">
      <dsp:nvSpPr>
        <dsp:cNvPr id="0" name=""/>
        <dsp:cNvSpPr/>
      </dsp:nvSpPr>
      <dsp:spPr>
        <a:xfrm>
          <a:off x="3533298" y="2851112"/>
          <a:ext cx="2159094" cy="21590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Role:</a:t>
          </a:r>
          <a:r>
            <a:rPr lang="en-US" sz="1600" kern="1200"/>
            <a:t> It ensures that data is consistent, secure, and easily accessible.</a:t>
          </a:r>
        </a:p>
      </dsp:txBody>
      <dsp:txXfrm>
        <a:off x="3638696" y="2956510"/>
        <a:ext cx="1948298" cy="19482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C7551-C46E-4087-98B1-B3CCF59AE686}">
      <dsp:nvSpPr>
        <dsp:cNvPr id="0" name=""/>
        <dsp:cNvSpPr/>
      </dsp:nvSpPr>
      <dsp:spPr>
        <a:xfrm>
          <a:off x="0" y="546079"/>
          <a:ext cx="6666833" cy="10342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Data Integrity:</a:t>
          </a:r>
          <a:r>
            <a:rPr lang="en-US" sz="2600" kern="1200" dirty="0"/>
            <a:t> Ensures data follows specific rules (e.g., a phone number must be digits).</a:t>
          </a:r>
        </a:p>
      </dsp:txBody>
      <dsp:txXfrm>
        <a:off x="50489" y="596568"/>
        <a:ext cx="6565855" cy="933302"/>
      </dsp:txXfrm>
    </dsp:sp>
    <dsp:sp modelId="{C577C381-041C-45E9-AB0B-B3155CB6D300}">
      <dsp:nvSpPr>
        <dsp:cNvPr id="0" name=""/>
        <dsp:cNvSpPr/>
      </dsp:nvSpPr>
      <dsp:spPr>
        <a:xfrm>
          <a:off x="0" y="1655240"/>
          <a:ext cx="6666833" cy="103428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Concurrency:</a:t>
          </a:r>
          <a:r>
            <a:rPr lang="en-US" sz="2600" kern="1200"/>
            <a:t> Multiple users can access the data at the same time without errors.</a:t>
          </a:r>
        </a:p>
      </dsp:txBody>
      <dsp:txXfrm>
        <a:off x="50489" y="1705729"/>
        <a:ext cx="6565855" cy="933302"/>
      </dsp:txXfrm>
    </dsp:sp>
    <dsp:sp modelId="{BDB7C475-BB79-4B92-9B78-02E2B55D8B4F}">
      <dsp:nvSpPr>
        <dsp:cNvPr id="0" name=""/>
        <dsp:cNvSpPr/>
      </dsp:nvSpPr>
      <dsp:spPr>
        <a:xfrm>
          <a:off x="0" y="2764400"/>
          <a:ext cx="6666833" cy="103428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Backup and Recovery:</a:t>
          </a:r>
          <a:r>
            <a:rPr lang="en-US" sz="2600" kern="1200"/>
            <a:t> Automatically saves copies of data to prevent loss.</a:t>
          </a:r>
        </a:p>
      </dsp:txBody>
      <dsp:txXfrm>
        <a:off x="50489" y="2814889"/>
        <a:ext cx="6565855" cy="933302"/>
      </dsp:txXfrm>
    </dsp:sp>
    <dsp:sp modelId="{DC68CB06-E9C2-4898-9945-3DAA53DBC3B7}">
      <dsp:nvSpPr>
        <dsp:cNvPr id="0" name=""/>
        <dsp:cNvSpPr/>
      </dsp:nvSpPr>
      <dsp:spPr>
        <a:xfrm>
          <a:off x="0" y="3873560"/>
          <a:ext cx="6666833" cy="10342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Security:</a:t>
          </a:r>
          <a:r>
            <a:rPr lang="en-US" sz="2600" kern="1200"/>
            <a:t> Controls who can see or change specific parts of the data.</a:t>
          </a:r>
        </a:p>
      </dsp:txBody>
      <dsp:txXfrm>
        <a:off x="50489" y="3924049"/>
        <a:ext cx="6565855" cy="9333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8BAD2-69D6-46B3-BF7C-5765EDEE39F5}">
      <dsp:nvSpPr>
        <dsp:cNvPr id="0" name=""/>
        <dsp:cNvSpPr/>
      </dsp:nvSpPr>
      <dsp:spPr>
        <a:xfrm>
          <a:off x="2856407" y="806026"/>
          <a:ext cx="6208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89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569" y="848489"/>
        <a:ext cx="32574" cy="6514"/>
      </dsp:txXfrm>
    </dsp:sp>
    <dsp:sp modelId="{E925A2AF-B2A4-4C5C-AA8B-E5DA97F0D1B6}">
      <dsp:nvSpPr>
        <dsp:cNvPr id="0" name=""/>
        <dsp:cNvSpPr/>
      </dsp:nvSpPr>
      <dsp:spPr>
        <a:xfrm>
          <a:off x="25605" y="1966"/>
          <a:ext cx="2832601" cy="16995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Common Use Cases</a:t>
          </a:r>
          <a:endParaRPr lang="en-US" sz="2000" kern="1200"/>
        </a:p>
      </dsp:txBody>
      <dsp:txXfrm>
        <a:off x="25605" y="1966"/>
        <a:ext cx="2832601" cy="1699561"/>
      </dsp:txXfrm>
    </dsp:sp>
    <dsp:sp modelId="{8D51B1E4-9493-4641-9E4D-779822A69886}">
      <dsp:nvSpPr>
        <dsp:cNvPr id="0" name=""/>
        <dsp:cNvSpPr/>
      </dsp:nvSpPr>
      <dsp:spPr>
        <a:xfrm>
          <a:off x="1441906" y="1699727"/>
          <a:ext cx="3484100" cy="620898"/>
        </a:xfrm>
        <a:custGeom>
          <a:avLst/>
          <a:gdLst/>
          <a:ahLst/>
          <a:cxnLst/>
          <a:rect l="0" t="0" r="0" b="0"/>
          <a:pathLst>
            <a:path>
              <a:moveTo>
                <a:pt x="3484100" y="0"/>
              </a:moveTo>
              <a:lnTo>
                <a:pt x="3484100" y="327549"/>
              </a:lnTo>
              <a:lnTo>
                <a:pt x="0" y="327549"/>
              </a:lnTo>
              <a:lnTo>
                <a:pt x="0" y="62089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95344" y="2006919"/>
        <a:ext cx="177224" cy="6514"/>
      </dsp:txXfrm>
    </dsp:sp>
    <dsp:sp modelId="{1E2E32BE-5C26-4ACA-86BF-EE6800BFEC68}">
      <dsp:nvSpPr>
        <dsp:cNvPr id="0" name=""/>
        <dsp:cNvSpPr/>
      </dsp:nvSpPr>
      <dsp:spPr>
        <a:xfrm>
          <a:off x="3509705" y="1966"/>
          <a:ext cx="2832601" cy="169956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 Retrieval:</a:t>
          </a:r>
          <a:r>
            <a:rPr lang="en-US" sz="2000" kern="1200"/>
            <a:t> "Show me all customers who spent more than $500 last month."</a:t>
          </a:r>
        </a:p>
      </dsp:txBody>
      <dsp:txXfrm>
        <a:off x="3509705" y="1966"/>
        <a:ext cx="2832601" cy="1699561"/>
      </dsp:txXfrm>
    </dsp:sp>
    <dsp:sp modelId="{B75DB8C7-EEB6-4691-A2AD-90E46722A187}">
      <dsp:nvSpPr>
        <dsp:cNvPr id="0" name=""/>
        <dsp:cNvSpPr/>
      </dsp:nvSpPr>
      <dsp:spPr>
        <a:xfrm>
          <a:off x="2856407" y="3157086"/>
          <a:ext cx="6208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898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569" y="3199549"/>
        <a:ext cx="32574" cy="6514"/>
      </dsp:txXfrm>
    </dsp:sp>
    <dsp:sp modelId="{633518C1-4220-4C48-B212-534B9D5FACFC}">
      <dsp:nvSpPr>
        <dsp:cNvPr id="0" name=""/>
        <dsp:cNvSpPr/>
      </dsp:nvSpPr>
      <dsp:spPr>
        <a:xfrm>
          <a:off x="25605" y="2353025"/>
          <a:ext cx="2832601" cy="16995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 Entry:</a:t>
          </a:r>
          <a:r>
            <a:rPr lang="en-US" sz="2000" kern="1200"/>
            <a:t> "Add a new product to the inventory list."</a:t>
          </a:r>
        </a:p>
      </dsp:txBody>
      <dsp:txXfrm>
        <a:off x="25605" y="2353025"/>
        <a:ext cx="2832601" cy="1699561"/>
      </dsp:txXfrm>
    </dsp:sp>
    <dsp:sp modelId="{324FA7BB-D585-49B7-8480-6536D2F77805}">
      <dsp:nvSpPr>
        <dsp:cNvPr id="0" name=""/>
        <dsp:cNvSpPr/>
      </dsp:nvSpPr>
      <dsp:spPr>
        <a:xfrm>
          <a:off x="1441906" y="4050787"/>
          <a:ext cx="3484100" cy="620898"/>
        </a:xfrm>
        <a:custGeom>
          <a:avLst/>
          <a:gdLst/>
          <a:ahLst/>
          <a:cxnLst/>
          <a:rect l="0" t="0" r="0" b="0"/>
          <a:pathLst>
            <a:path>
              <a:moveTo>
                <a:pt x="3484100" y="0"/>
              </a:moveTo>
              <a:lnTo>
                <a:pt x="3484100" y="327549"/>
              </a:lnTo>
              <a:lnTo>
                <a:pt x="0" y="327549"/>
              </a:lnTo>
              <a:lnTo>
                <a:pt x="0" y="6208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95344" y="4357978"/>
        <a:ext cx="177224" cy="6514"/>
      </dsp:txXfrm>
    </dsp:sp>
    <dsp:sp modelId="{88436527-19D0-41D3-90F9-099A1108C2B6}">
      <dsp:nvSpPr>
        <dsp:cNvPr id="0" name=""/>
        <dsp:cNvSpPr/>
      </dsp:nvSpPr>
      <dsp:spPr>
        <a:xfrm>
          <a:off x="3509705" y="2353025"/>
          <a:ext cx="2832601" cy="16995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 Updates:</a:t>
          </a:r>
          <a:r>
            <a:rPr lang="en-US" sz="2000" kern="1200"/>
            <a:t> "Change the price of Item X because it is on sale."</a:t>
          </a:r>
        </a:p>
      </dsp:txBody>
      <dsp:txXfrm>
        <a:off x="3509705" y="2353025"/>
        <a:ext cx="2832601" cy="1699561"/>
      </dsp:txXfrm>
    </dsp:sp>
    <dsp:sp modelId="{DAC2B34C-085E-4A06-A598-004125D4A07C}">
      <dsp:nvSpPr>
        <dsp:cNvPr id="0" name=""/>
        <dsp:cNvSpPr/>
      </dsp:nvSpPr>
      <dsp:spPr>
        <a:xfrm>
          <a:off x="25605" y="4704085"/>
          <a:ext cx="2832601" cy="169956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 Deletion:</a:t>
          </a:r>
          <a:r>
            <a:rPr lang="en-US" sz="2000" kern="1200"/>
            <a:t> "Remove users who haven't logged in for 5 years."</a:t>
          </a:r>
        </a:p>
      </dsp:txBody>
      <dsp:txXfrm>
        <a:off x="25605" y="4704085"/>
        <a:ext cx="2832601" cy="16995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1DF67-4AD6-4007-929E-A12543EFA953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CB041-782A-47F5-B0EB-E4FD9D0B7BAE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Relational Database Management System</a:t>
          </a:r>
          <a:endParaRPr lang="en-US" sz="2700" kern="1200"/>
        </a:p>
      </dsp:txBody>
      <dsp:txXfrm>
        <a:off x="0" y="0"/>
        <a:ext cx="6900512" cy="1384035"/>
      </dsp:txXfrm>
    </dsp:sp>
    <dsp:sp modelId="{70B4B3FC-D4E3-4BD2-A63A-F16485D44593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7CDD5-8469-4F62-B0DB-B40A4393CB46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Definition:</a:t>
          </a:r>
          <a:r>
            <a:rPr lang="en-US" sz="2700" kern="1200"/>
            <a:t> A type of DBMS that stores data in tables that are related to one another.</a:t>
          </a:r>
        </a:p>
      </dsp:txBody>
      <dsp:txXfrm>
        <a:off x="0" y="1384035"/>
        <a:ext cx="6900512" cy="1384035"/>
      </dsp:txXfrm>
    </dsp:sp>
    <dsp:sp modelId="{B413DBD5-6D2B-48CA-A481-5E3F695ACD1B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41F0F-A33C-49B6-BC39-1C7F0BDBA8D1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The "Relational" Part:</a:t>
          </a:r>
          <a:r>
            <a:rPr lang="en-US" sz="2700" kern="1200"/>
            <a:t> Data in one table can be linked to data in another table using "Keys."</a:t>
          </a:r>
        </a:p>
      </dsp:txBody>
      <dsp:txXfrm>
        <a:off x="0" y="2768070"/>
        <a:ext cx="6900512" cy="1384035"/>
      </dsp:txXfrm>
    </dsp:sp>
    <dsp:sp modelId="{4FBF1F89-06DB-4EE9-A93D-DA6501E3D2EB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7FD98-4E85-4F11-9AC4-D1A1462FED44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Commonality:</a:t>
          </a:r>
          <a:r>
            <a:rPr lang="en-US" sz="2700" kern="1200"/>
            <a:t> Most modern databases used in business today are RDBMS.</a:t>
          </a:r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EAC6-EA70-8942-D75F-7EB9A77BF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4E76C-37DF-D1DF-5906-D1B150374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8F34B-D410-869B-B816-83E92C7C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0E696-56EC-8E05-E173-4790B7D8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95753-0D27-5F2C-5E8B-6ACBCB9C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1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5039-ACBF-A10A-C55C-484523CA2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0707-CC48-A78B-24E9-33A29D1B1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40BA-72E4-9DF4-0E5D-5B4997C49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F5A81-578C-712E-0563-3ECE9DB3F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DE5EC-2271-D24D-5329-0B17B0B6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692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1D65-D111-F4F5-E779-C39AB20A2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CBB98-6C0B-4F9E-F6E3-0B87E090D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F035-98DC-3357-3DDF-90EE6955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3F66-1AA3-21FA-A56A-DFF3FD5C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F1106-C383-3F70-2740-42BD6AB5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257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BFD4-103E-2199-D1EF-2521642E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DC808-7571-035B-A794-206D036E4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DB128-6B27-A43A-D463-BF1E38E81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1267B-B56B-B38D-5F4E-668509BF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44616-8285-1D8F-300A-44E2B853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732F4-9391-032A-8ABD-5D7AF2D4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95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2F65-D56A-82A4-7FA8-164C84D5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A8DFA-0950-CD35-CA62-08EC2ECD6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A2BC3-2D4F-A294-A5D7-B927AEA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9C388-FEF6-B4F8-29F8-892A2048E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B423A-088C-7246-0CC7-4668DC77C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E69BC-9132-18F2-3186-73AEC3A4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09B19-96BB-9DEC-698E-069CD00C4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5A0C2-37D2-AC77-DC1C-B49CEA19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00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BDDA9-CF8A-F751-1B8B-705E5619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3BF53-4B43-34B3-2DFF-50729F6D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B2FD6-444B-F1D8-034C-6C02DA95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99B0F-C4B2-AC0B-74EC-C37151BA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22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29BD1-6930-F509-F5DE-F14BF6B3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EE2494-6037-3F7E-11CE-CA22AFA3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154CF-8C65-6798-8CCA-CD432F86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64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41C1-32C3-96E8-5E01-7DDB9765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2ECD2-6171-1FF7-D496-0C22E9AA9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D2063-CF50-6EA1-706B-B790FB8EE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13550-8C25-D288-BC41-3F973599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60E02-BAF8-A8E5-6004-07AEB893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D5159-5457-7A93-0F4A-02ACD45D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8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FADD-0D95-0411-13EB-862CFB76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D97C5-F505-8981-2A53-9E1C6BBFF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290A1-142C-091F-ECC2-B3E6AF18A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D3BA9-F2A8-3C27-97CF-278F69938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38CDD-B149-ED22-31CB-89351700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0EF7C-2FD4-3323-8983-B95A1016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1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A25E-E35E-14E6-87B0-ABC7A23A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0D7B4-EE81-3BC2-E6D4-F2A848B64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2E71C-7CE3-3154-BB32-D80BFF8C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F428-6779-D978-9178-A7537001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02FD7-3122-3B30-47CA-6677D48C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50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B3B18-5DA6-4814-889A-48BA47C3D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8C049-46EB-FB8A-1522-393042EEF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00641-80A5-B819-8DE4-7DA6D0FB5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11079-8A41-3A01-A4AE-DF7473C8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F8A4-E2E1-58CB-F152-455DDB087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0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9C066-86A9-EA09-0A03-A6C6BED3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5F75F-9358-C150-1873-78481CC2E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5541A-8225-BB40-F57E-BB7964D4F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874B1-B747-4F42-BE1D-45CFAC75B025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BCE69-CCFE-B3B3-0508-E97E8D9C9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2212C-0F4B-19A1-20DD-01BF57B29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F91D0-CAAF-4ADA-89B3-FAA99591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96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B0B1C-87D7-7AB6-E9E4-6B5F580F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 dirty="0"/>
              <a:t>What is Data?</a:t>
            </a:r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DE1F6409-8810-8522-D6A5-3856A4DAF3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24" r="2907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CBA64-610E-6E79-094A-92526B59C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b="1" dirty="0"/>
              <a:t>The Foundation of Information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Definition:</a:t>
            </a:r>
            <a:r>
              <a:rPr lang="en-US" sz="2000" dirty="0"/>
              <a:t> Data is a collection of raw facts, figures, or observations.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Forms of Data:</a:t>
            </a:r>
            <a:r>
              <a:rPr lang="en-US" sz="2000" dirty="0"/>
              <a:t> It can be text, numbers, images, audio, or video.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Data vs. Information:</a:t>
            </a:r>
            <a:r>
              <a:rPr lang="en-US" sz="2000" dirty="0"/>
              <a:t> Data is the raw material; when processed and organized, it becomes useful "Information."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r>
              <a:rPr lang="en-US" sz="2000" dirty="0"/>
              <a:t> "100" is data. "Sales for today = 100 units" is information.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32793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B32B47-F9B5-AD6A-FEEE-4A1C60D46B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45" r="11591" b="-2"/>
          <a:stretch>
            <a:fillRect/>
          </a:stretch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4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7C98BA-4DE2-DF07-1991-70499412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Why Do We Need to Store Data?</a:t>
            </a:r>
            <a:endParaRPr lang="en-IN" sz="360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9C5318-A711-132F-BFB8-B70A8BC67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745637"/>
              </p:ext>
            </p:extLst>
          </p:nvPr>
        </p:nvGraphicFramePr>
        <p:xfrm>
          <a:off x="6090574" y="2415756"/>
          <a:ext cx="4977578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033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794C3-FE6A-009E-6C38-BDBCD6DCF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/>
              <a:t>What is a Database?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23C2-1792-DBC9-361C-FF02AC1D8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The Digital Filing Cabinet</a:t>
            </a:r>
            <a:endParaRPr lang="en-US" sz="2000"/>
          </a:p>
          <a:p>
            <a:r>
              <a:rPr lang="en-US" sz="2000" b="1"/>
              <a:t>Definition:</a:t>
            </a:r>
            <a:r>
              <a:rPr lang="en-US" sz="2000"/>
              <a:t> A database is an organized collection of structured data.</a:t>
            </a:r>
          </a:p>
          <a:p>
            <a:r>
              <a:rPr lang="en-US" sz="2000" b="1"/>
              <a:t>Purpose:</a:t>
            </a:r>
            <a:r>
              <a:rPr lang="en-US" sz="2000"/>
              <a:t> It allows for easy storage, retrieval, and management of data.</a:t>
            </a:r>
          </a:p>
          <a:p>
            <a:r>
              <a:rPr lang="en-US" sz="2000" b="1"/>
              <a:t>Analogy:</a:t>
            </a:r>
            <a:r>
              <a:rPr lang="en-US" sz="2000"/>
              <a:t> If a library is the database, the books are the data records.</a:t>
            </a:r>
          </a:p>
          <a:p>
            <a:r>
              <a:rPr lang="en-US" sz="2000" b="1"/>
              <a:t>Key Benefit:</a:t>
            </a:r>
            <a:r>
              <a:rPr lang="en-US" sz="2000"/>
              <a:t> It turns a messy pile of files into a searchable, efficient system.</a:t>
            </a:r>
          </a:p>
          <a:p>
            <a:endParaRPr lang="en-IN" sz="2000"/>
          </a:p>
        </p:txBody>
      </p:sp>
      <p:pic>
        <p:nvPicPr>
          <p:cNvPr id="5" name="Picture 4" descr="Coloured organisers on shelves">
            <a:extLst>
              <a:ext uri="{FF2B5EF4-FFF2-40B4-BE49-F238E27FC236}">
                <a16:creationId xmlns:a16="http://schemas.microsoft.com/office/drawing/2014/main" id="{8983AD4A-A3AA-1BA9-1233-48285E9D5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36" r="2979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3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42FE0-B437-0F46-CD15-9856A229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Real-World Examples of Databases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237DB4-F39D-8238-08AC-FFF53CFC2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1892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6307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6A006-0094-E8FF-2358-F823B478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/>
              <a:t>What is a DBMS?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9795D36-6E97-15C9-0829-97AE1D324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96660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7AC3A-8FAA-2084-36DF-7B7536E5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Functions and Advantages of DBMS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55EEBF7-FEFB-B181-BE4E-ADFE0F1B6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3085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522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90792-CD37-62A5-995B-4A2D68F7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File System vs. DBMS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DEC4AF-AC0D-EFDB-28A6-FEDB16938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049876"/>
              </p:ext>
            </p:extLst>
          </p:nvPr>
        </p:nvGraphicFramePr>
        <p:xfrm>
          <a:off x="838200" y="2259121"/>
          <a:ext cx="10515601" cy="3886811"/>
        </p:xfrm>
        <a:graphic>
          <a:graphicData uri="http://schemas.openxmlformats.org/drawingml/2006/table">
            <a:tbl>
              <a:tblPr/>
              <a:tblGrid>
                <a:gridCol w="2689288">
                  <a:extLst>
                    <a:ext uri="{9D8B030D-6E8A-4147-A177-3AD203B41FA5}">
                      <a16:colId xmlns:a16="http://schemas.microsoft.com/office/drawing/2014/main" val="3781109778"/>
                    </a:ext>
                  </a:extLst>
                </a:gridCol>
                <a:gridCol w="3856207">
                  <a:extLst>
                    <a:ext uri="{9D8B030D-6E8A-4147-A177-3AD203B41FA5}">
                      <a16:colId xmlns:a16="http://schemas.microsoft.com/office/drawing/2014/main" val="681609599"/>
                    </a:ext>
                  </a:extLst>
                </a:gridCol>
                <a:gridCol w="3970106">
                  <a:extLst>
                    <a:ext uri="{9D8B030D-6E8A-4147-A177-3AD203B41FA5}">
                      <a16:colId xmlns:a16="http://schemas.microsoft.com/office/drawing/2014/main" val="3854385231"/>
                    </a:ext>
                  </a:extLst>
                </a:gridCol>
              </a:tblGrid>
              <a:tr h="58591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File System (Excel/Folders)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DBMS (SQL Database)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509550"/>
                  </a:ext>
                </a:extLst>
              </a:tr>
              <a:tr h="9572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Redundancy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(Duplicate data is common)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 (Minimizes duplication)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85075"/>
                  </a:ext>
                </a:extLst>
              </a:tr>
              <a:tr h="58591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Access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Usually one person at a time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Multi-user access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410799"/>
                  </a:ext>
                </a:extLst>
              </a:tr>
              <a:tr h="58591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Search Speed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Slow for large data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Very fast indexing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833332"/>
                  </a:ext>
                </a:extLst>
              </a:tr>
              <a:tr h="58591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Security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Minimal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Robust and granular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375171"/>
                  </a:ext>
                </a:extLst>
              </a:tr>
              <a:tr h="58591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Volume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Small to Medium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Massive (Terabytes of data)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784" marR="123784" marT="82522" marB="8252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403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91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D7560-BBE5-36B8-F57F-558FF7D9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What is SQL?</a:t>
            </a:r>
          </a:p>
        </p:txBody>
      </p:sp>
      <p:pic>
        <p:nvPicPr>
          <p:cNvPr id="16" name="Picture 15" descr="Computer script on a screen">
            <a:extLst>
              <a:ext uri="{FF2B5EF4-FFF2-40B4-BE49-F238E27FC236}">
                <a16:creationId xmlns:a16="http://schemas.microsoft.com/office/drawing/2014/main" id="{AFEF0FD4-9768-B06B-05A7-2A1D79EB5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B366-B150-BB41-E873-6E755D016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Structured Query Language</a:t>
            </a:r>
            <a:endParaRPr lang="en-US" sz="2000"/>
          </a:p>
          <a:p>
            <a:r>
              <a:rPr lang="en-US" sz="2000" b="1"/>
              <a:t>Definition:</a:t>
            </a:r>
            <a:r>
              <a:rPr lang="en-US" sz="2000"/>
              <a:t> SQL is the standard language used to communicate with databases.</a:t>
            </a:r>
          </a:p>
          <a:p>
            <a:r>
              <a:rPr lang="en-US" sz="2000" b="1"/>
              <a:t>Purpose:</a:t>
            </a:r>
            <a:r>
              <a:rPr lang="en-US" sz="2000"/>
              <a:t> It is used to "query" (ask questions), update, and manage data.</a:t>
            </a:r>
          </a:p>
          <a:p>
            <a:r>
              <a:rPr lang="en-US" sz="2000" b="1"/>
              <a:t>Standardization:</a:t>
            </a:r>
            <a:r>
              <a:rPr lang="en-US" sz="2000"/>
              <a:t> While different versions exist, the core commands are the same across almost all database software.</a:t>
            </a:r>
          </a:p>
          <a:p>
            <a:r>
              <a:rPr lang="en-US" sz="2000" b="1"/>
              <a:t>Pronunciation:</a:t>
            </a:r>
            <a:r>
              <a:rPr lang="en-US" sz="2000"/>
              <a:t> Can be pronounced as "S-Q-L" or "Sequel."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92064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E35D40-0165-3FB5-2949-A45EB870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IN" sz="4800">
                <a:solidFill>
                  <a:schemeClr val="bg1"/>
                </a:solidFill>
              </a:rPr>
              <a:t>Why SQL is Used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7331720-6D81-444A-AF0D-79C28CAD7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19158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6315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99760-2270-9AE7-C6CF-A0F2A3B8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How Data is Stored in a Database</a:t>
            </a:r>
            <a:endParaRPr lang="en-IN" sz="42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FC06D-CAF1-EAE0-1A13-F89BA1E17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/>
              <a:t>The Logic of Organization</a:t>
            </a:r>
            <a:endParaRPr lang="en-US" sz="2200"/>
          </a:p>
          <a:p>
            <a:r>
              <a:rPr lang="en-US" sz="2200"/>
              <a:t>Data is not just a "blob" of text; it is organized logically.</a:t>
            </a:r>
          </a:p>
          <a:p>
            <a:r>
              <a:rPr lang="en-US" sz="2200"/>
              <a:t>Databases contain </a:t>
            </a:r>
            <a:r>
              <a:rPr lang="en-US" sz="2200" b="1"/>
              <a:t>Tables</a:t>
            </a:r>
            <a:r>
              <a:rPr lang="en-US" sz="2200"/>
              <a:t>.</a:t>
            </a:r>
          </a:p>
          <a:p>
            <a:r>
              <a:rPr lang="en-US" sz="2200"/>
              <a:t>Tables contain specific information about a particular subject (e.g., Customers, Orders, Products).</a:t>
            </a:r>
          </a:p>
          <a:p>
            <a:pPr marL="0" indent="0">
              <a:buNone/>
            </a:pPr>
            <a:endParaRPr lang="en-IN" sz="220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78068097-6F7C-FAE3-BA03-5FE58F04B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47" r="742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06690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B756E56D-0981-275B-74DA-B8CEA8A320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32" r="10102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8CD7D-10CF-61BE-39E3-AB2649456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Concept of Tables, Rows, and Columns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02A1B-79FD-C91F-930A-4C6F0E665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b="1"/>
              <a:t>The Building Blocks</a:t>
            </a:r>
            <a:endParaRPr lang="en-US" sz="1900"/>
          </a:p>
          <a:p>
            <a:r>
              <a:rPr lang="en-US" sz="1900" b="1"/>
              <a:t>Table:</a:t>
            </a:r>
            <a:r>
              <a:rPr lang="en-US" sz="1900"/>
              <a:t> A collection of related data held in a structured format.</a:t>
            </a:r>
          </a:p>
          <a:p>
            <a:r>
              <a:rPr lang="en-US" sz="1900" b="1"/>
              <a:t>Columns (Fields):</a:t>
            </a:r>
            <a:r>
              <a:rPr lang="en-US" sz="1900"/>
              <a:t> The vertical part of the table. They define what </a:t>
            </a:r>
            <a:r>
              <a:rPr lang="en-US" sz="1900" i="1"/>
              <a:t>kind</a:t>
            </a:r>
            <a:r>
              <a:rPr lang="en-US" sz="1900"/>
              <a:t> of data is stored (e.g., Name, Date, Price).</a:t>
            </a:r>
          </a:p>
          <a:p>
            <a:r>
              <a:rPr lang="en-US" sz="1900" b="1"/>
              <a:t>Rows (Records):</a:t>
            </a:r>
            <a:r>
              <a:rPr lang="en-US" sz="1900"/>
              <a:t> The horizontal part of the table. Each row represents one single unique entry (e.g., one specific customer).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1742942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2F25A-1400-1609-095F-BFC274BD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/>
              <a:t>What is RDBMS?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E2ADC3-81AE-D5D0-FC7A-0C278A018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641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4009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B394D-41D8-63E1-57A1-34CAFC83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IN" dirty="0"/>
              <a:t>Characteristics of RDBMS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22C2-36E6-05DD-3D42-AB268F70F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The Rules of the System</a:t>
            </a:r>
            <a:endParaRPr lang="en-US" sz="2200"/>
          </a:p>
          <a:p>
            <a:r>
              <a:rPr lang="en-US" sz="2200" b="1"/>
              <a:t>Tabular Structure:</a:t>
            </a:r>
            <a:r>
              <a:rPr lang="en-US" sz="2200"/>
              <a:t> Data is always in a Row/Column format.</a:t>
            </a:r>
          </a:p>
          <a:p>
            <a:r>
              <a:rPr lang="en-US" sz="2200" b="1"/>
              <a:t>Primary Key:</a:t>
            </a:r>
            <a:r>
              <a:rPr lang="en-US" sz="2200"/>
              <a:t> Every table should have a unique identifier for each row (like an ID number).</a:t>
            </a:r>
          </a:p>
          <a:p>
            <a:r>
              <a:rPr lang="en-US" sz="2200" b="1"/>
              <a:t>Relationships:</a:t>
            </a:r>
            <a:r>
              <a:rPr lang="en-US" sz="2200"/>
              <a:t> Tables are linked to prevent data duplication.</a:t>
            </a:r>
          </a:p>
          <a:p>
            <a:r>
              <a:rPr lang="en-US" sz="2200" b="1"/>
              <a:t>Data Integrity:</a:t>
            </a:r>
            <a:r>
              <a:rPr lang="en-US" sz="2200"/>
              <a:t> Strict rules to ensure data remains accurate over time.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132731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06AAA-9A34-7171-ED4E-C89D03EB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Examples of Popular RDBMS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B8B40B3E-E39D-E321-B811-FF93CE1A0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45" r="46355" b="-44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80568-F05D-998D-149C-D53091FC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/>
              <a:t>Industry Standards</a:t>
            </a:r>
            <a:endParaRPr lang="en-IN" sz="2200"/>
          </a:p>
          <a:p>
            <a:r>
              <a:rPr lang="en-IN" sz="2200" b="1"/>
              <a:t>MySQL:</a:t>
            </a:r>
            <a:r>
              <a:rPr lang="en-IN" sz="2200"/>
              <a:t> Open-source, very popular for web development and beginners.</a:t>
            </a:r>
          </a:p>
          <a:p>
            <a:r>
              <a:rPr lang="en-IN" sz="2200" b="1"/>
              <a:t>Oracle:</a:t>
            </a:r>
            <a:r>
              <a:rPr lang="en-IN" sz="2200"/>
              <a:t> High-end, powerful, used by large corporations.</a:t>
            </a:r>
          </a:p>
          <a:p>
            <a:r>
              <a:rPr lang="en-IN" sz="2200" b="1"/>
              <a:t>Microsoft SQL Server:</a:t>
            </a:r>
            <a:r>
              <a:rPr lang="en-IN" sz="2200"/>
              <a:t> Deeply integrated with Windows/Enterprise environments.</a:t>
            </a:r>
          </a:p>
          <a:p>
            <a:r>
              <a:rPr lang="en-IN" sz="2200" b="1"/>
              <a:t>PostgreSQL:</a:t>
            </a:r>
            <a:r>
              <a:rPr lang="en-IN" sz="2200"/>
              <a:t> Advanced open-source database known for complex data handling.</a:t>
            </a:r>
          </a:p>
          <a:p>
            <a:pPr marL="0" indent="0">
              <a:buNone/>
            </a:pP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10214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A6444-826B-0F88-9511-9F7C5BEE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Introduction to MySQL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51392-0C1C-6829-5377-917A170C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Our Learning Tool</a:t>
            </a:r>
            <a:endParaRPr lang="en-US" sz="2400"/>
          </a:p>
          <a:p>
            <a:r>
              <a:rPr lang="en-US" sz="2400" b="1"/>
              <a:t>What it is:</a:t>
            </a:r>
            <a:r>
              <a:rPr lang="en-US" sz="2400"/>
              <a:t> One of the most popular RDBMS in the world.</a:t>
            </a:r>
          </a:p>
          <a:p>
            <a:r>
              <a:rPr lang="en-US" sz="2400" b="1"/>
              <a:t>Why we use it:</a:t>
            </a:r>
            <a:r>
              <a:rPr lang="en-US" sz="2400"/>
              <a:t> It is free, fast, and easy to install.</a:t>
            </a:r>
          </a:p>
          <a:p>
            <a:r>
              <a:rPr lang="en-US" sz="2400" b="1"/>
              <a:t>Ownership:</a:t>
            </a:r>
            <a:r>
              <a:rPr lang="en-US" sz="2400"/>
              <a:t> It is currently owned and maintained by Oracle Corporation.</a:t>
            </a:r>
          </a:p>
          <a:p>
            <a:r>
              <a:rPr lang="en-US" sz="2400" b="1"/>
              <a:t>Usage:</a:t>
            </a:r>
            <a:r>
              <a:rPr lang="en-US" sz="2400"/>
              <a:t> Used by giants like Facebook, YouTube, and Pinterest.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663471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F21B4-AAD1-0873-7DB7-A3CA8F2A6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is a Database in MySQL?</a:t>
            </a:r>
            <a:endParaRPr lang="en-IN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8D699-B658-3BD8-333A-C6ED41094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</a:rPr>
              <a:t>The Container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In MySQL, a "Database" is a container that holds a set of related tables.</a:t>
            </a:r>
          </a:p>
          <a:p>
            <a:r>
              <a:rPr lang="en-US" sz="1800">
                <a:solidFill>
                  <a:schemeClr val="tx2"/>
                </a:solidFill>
              </a:rPr>
              <a:t>Think of the Database as a </a:t>
            </a:r>
            <a:r>
              <a:rPr lang="en-US" sz="1800" b="1">
                <a:solidFill>
                  <a:schemeClr val="tx2"/>
                </a:solidFill>
              </a:rPr>
              <a:t>Folder</a:t>
            </a:r>
            <a:r>
              <a:rPr lang="en-US" sz="1800">
                <a:solidFill>
                  <a:schemeClr val="tx2"/>
                </a:solidFill>
              </a:rPr>
              <a:t> and the Tables as </a:t>
            </a:r>
            <a:r>
              <a:rPr lang="en-US" sz="1800" b="1">
                <a:solidFill>
                  <a:schemeClr val="tx2"/>
                </a:solidFill>
              </a:rPr>
              <a:t>Files</a:t>
            </a:r>
            <a:r>
              <a:rPr lang="en-US" sz="1800">
                <a:solidFill>
                  <a:schemeClr val="tx2"/>
                </a:solidFill>
              </a:rPr>
              <a:t> inside that folder.</a:t>
            </a:r>
          </a:p>
          <a:p>
            <a:r>
              <a:rPr lang="en-US" sz="1800">
                <a:solidFill>
                  <a:schemeClr val="tx2"/>
                </a:solidFill>
              </a:rPr>
              <a:t>You must create or select a database before you can create any tables.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65868F1D-F181-A2BD-4B15-19E73DDE3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BCBB7-9963-8D6C-BFB8-0C42824A4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What is a Table in MySQL?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FF9A8-3246-9306-8623-95094E16B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The Data Grid</a:t>
            </a:r>
            <a:endParaRPr lang="en-US" sz="2200"/>
          </a:p>
          <a:p>
            <a:r>
              <a:rPr lang="en-US" sz="2200"/>
              <a:t>A table is where the actual data lives.</a:t>
            </a:r>
          </a:p>
          <a:p>
            <a:r>
              <a:rPr lang="en-US" sz="2200"/>
              <a:t>When creating a table, you must define the </a:t>
            </a:r>
            <a:r>
              <a:rPr lang="en-US" sz="2200" b="1"/>
              <a:t>Columns</a:t>
            </a:r>
            <a:r>
              <a:rPr lang="en-US" sz="2200"/>
              <a:t> and the </a:t>
            </a:r>
            <a:r>
              <a:rPr lang="en-US" sz="2200" b="1"/>
              <a:t>Data Types</a:t>
            </a:r>
            <a:r>
              <a:rPr lang="en-US" sz="2200"/>
              <a:t>.</a:t>
            </a:r>
          </a:p>
          <a:p>
            <a:r>
              <a:rPr lang="en-US" sz="2200" b="1"/>
              <a:t>Data Type Examples:</a:t>
            </a:r>
            <a:endParaRPr lang="en-US" sz="2200"/>
          </a:p>
          <a:p>
            <a:pPr lvl="1"/>
            <a:r>
              <a:rPr lang="en-US" sz="2200"/>
              <a:t>Is this column for text?</a:t>
            </a:r>
          </a:p>
          <a:p>
            <a:pPr lvl="1"/>
            <a:r>
              <a:rPr lang="en-US" sz="2200"/>
              <a:t>Is it for whole numbers?</a:t>
            </a:r>
          </a:p>
          <a:p>
            <a:pPr lvl="1"/>
            <a:r>
              <a:rPr lang="en-US" sz="2200"/>
              <a:t>Is it for dates?</a:t>
            </a:r>
          </a:p>
          <a:p>
            <a:endParaRPr lang="en-IN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02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1098</Words>
  <Application>Microsoft Office PowerPoint</Application>
  <PresentationFormat>Widescreen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Google Sans Text</vt:lpstr>
      <vt:lpstr>Office Theme</vt:lpstr>
      <vt:lpstr>What is Data?</vt:lpstr>
      <vt:lpstr>Why Do We Need to Store Data?</vt:lpstr>
      <vt:lpstr>What is a Database?</vt:lpstr>
      <vt:lpstr>Real-World Examples of Databases</vt:lpstr>
      <vt:lpstr>What is a DBMS?</vt:lpstr>
      <vt:lpstr>Functions and Advantages of DBMS</vt:lpstr>
      <vt:lpstr>File System vs. DBMS</vt:lpstr>
      <vt:lpstr>What is SQL?</vt:lpstr>
      <vt:lpstr>Why SQL is Used</vt:lpstr>
      <vt:lpstr>How Data is Stored in a Database</vt:lpstr>
      <vt:lpstr>Concept of Tables, Rows, and Columns</vt:lpstr>
      <vt:lpstr>What is RDBMS?</vt:lpstr>
      <vt:lpstr>Characteristics of RDBMS</vt:lpstr>
      <vt:lpstr>Examples of Popular RDBMS</vt:lpstr>
      <vt:lpstr>Introduction to MySQL</vt:lpstr>
      <vt:lpstr>What is a Database in MySQL?</vt:lpstr>
      <vt:lpstr>What is a Table in MySQL?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</dc:creator>
  <cp:lastModifiedBy>Dhruv</cp:lastModifiedBy>
  <cp:revision>1</cp:revision>
  <dcterms:created xsi:type="dcterms:W3CDTF">2026-01-02T09:55:55Z</dcterms:created>
  <dcterms:modified xsi:type="dcterms:W3CDTF">2026-01-02T10:26:43Z</dcterms:modified>
</cp:coreProperties>
</file>